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7"/>
  </p:notesMasterIdLst>
  <p:sldIdLst>
    <p:sldId id="256" r:id="rId2"/>
    <p:sldId id="261" r:id="rId3"/>
    <p:sldId id="262" r:id="rId4"/>
    <p:sldId id="297" r:id="rId5"/>
    <p:sldId id="264" r:id="rId6"/>
    <p:sldId id="298" r:id="rId7"/>
    <p:sldId id="305" r:id="rId8"/>
    <p:sldId id="307" r:id="rId9"/>
    <p:sldId id="304" r:id="rId10"/>
    <p:sldId id="303" r:id="rId11"/>
    <p:sldId id="306" r:id="rId12"/>
    <p:sldId id="299" r:id="rId13"/>
    <p:sldId id="301" r:id="rId14"/>
    <p:sldId id="302" r:id="rId15"/>
    <p:sldId id="258" r:id="rId16"/>
  </p:sldIdLst>
  <p:sldSz cx="9144000" cy="5143500" type="screen16x9"/>
  <p:notesSz cx="6858000" cy="9144000"/>
  <p:embeddedFontLst>
    <p:embeddedFont>
      <p:font typeface="Barlow Medium" panose="020F0502020204030204" pitchFamily="2" charset="-18"/>
      <p:regular r:id="rId18"/>
      <p:bold r:id="rId19"/>
      <p:italic r:id="rId20"/>
      <p:boldItalic r:id="rId21"/>
    </p:embeddedFont>
    <p:embeddedFont>
      <p:font typeface="Darker Grotesque" panose="020B0604020202020204" charset="0"/>
      <p:regular r:id="rId22"/>
      <p:bold r:id="rId23"/>
    </p:embeddedFont>
    <p:embeddedFont>
      <p:font typeface="Darker Grotesque Black" panose="020B0604020202020204" charset="0"/>
      <p:bold r:id="rId24"/>
    </p:embeddedFont>
    <p:embeddedFont>
      <p:font typeface="Nunito Light" panose="020F0502020204030204" pitchFamily="2" charset="-18"/>
      <p:regular r:id="rId25"/>
      <p: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2CF56-23E5-4F3E-B2B1-A9F95E36F80D}" v="1" dt="2024-02-14T10:23:30.717"/>
    <p1510:client id="{83104A02-4313-41E6-867E-7185BF1B846F}" v="25" dt="2024-02-14T10:21:28.426"/>
  </p1510:revLst>
</p1510:revInfo>
</file>

<file path=ppt/tableStyles.xml><?xml version="1.0" encoding="utf-8"?>
<a:tblStyleLst xmlns:a="http://schemas.openxmlformats.org/drawingml/2006/main" def="{9F79D26B-F9A1-4704-9818-D870CDDE5C13}">
  <a:tblStyle styleId="{9F79D26B-F9A1-4704-9818-D870CDDE5C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9AB889-B18B-4EA8-8B84-0B93FC93B28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REZNER" userId="347e114a-92ab-42c3-a9b4-fbacdee8e31a" providerId="ADAL" clId="{1C72CF56-23E5-4F3E-B2B1-A9F95E36F80D}"/>
    <pc:docChg chg="addSld delSld modSld">
      <pc:chgData name="Jan REZNER" userId="347e114a-92ab-42c3-a9b4-fbacdee8e31a" providerId="ADAL" clId="{1C72CF56-23E5-4F3E-B2B1-A9F95E36F80D}" dt="2024-02-14T10:23:32.094" v="5" actId="47"/>
      <pc:docMkLst>
        <pc:docMk/>
      </pc:docMkLst>
      <pc:sldChg chg="modSp mod">
        <pc:chgData name="Jan REZNER" userId="347e114a-92ab-42c3-a9b4-fbacdee8e31a" providerId="ADAL" clId="{1C72CF56-23E5-4F3E-B2B1-A9F95E36F80D}" dt="2024-02-14T10:23:16.429" v="3" actId="1076"/>
        <pc:sldMkLst>
          <pc:docMk/>
          <pc:sldMk cId="0" sldId="256"/>
        </pc:sldMkLst>
        <pc:spChg chg="mod">
          <ac:chgData name="Jan REZNER" userId="347e114a-92ab-42c3-a9b4-fbacdee8e31a" providerId="ADAL" clId="{1C72CF56-23E5-4F3E-B2B1-A9F95E36F80D}" dt="2024-02-14T10:23:16.429" v="3" actId="1076"/>
          <ac:spMkLst>
            <pc:docMk/>
            <pc:sldMk cId="0" sldId="256"/>
            <ac:spMk id="235" creationId="{00000000-0000-0000-0000-000000000000}"/>
          </ac:spMkLst>
        </pc:spChg>
      </pc:sldChg>
      <pc:sldChg chg="add del">
        <pc:chgData name="Jan REZNER" userId="347e114a-92ab-42c3-a9b4-fbacdee8e31a" providerId="ADAL" clId="{1C72CF56-23E5-4F3E-B2B1-A9F95E36F80D}" dt="2024-02-14T10:23:32.094" v="5" actId="47"/>
        <pc:sldMkLst>
          <pc:docMk/>
          <pc:sldMk cId="0" sldId="278"/>
        </pc:sldMkLst>
      </pc:sldChg>
      <pc:sldMasterChg chg="delSldLayout">
        <pc:chgData name="Jan REZNER" userId="347e114a-92ab-42c3-a9b4-fbacdee8e31a" providerId="ADAL" clId="{1C72CF56-23E5-4F3E-B2B1-A9F95E36F80D}" dt="2024-02-14T10:23:32.094" v="5" actId="47"/>
        <pc:sldMasterMkLst>
          <pc:docMk/>
          <pc:sldMasterMk cId="0" sldId="2147483669"/>
        </pc:sldMasterMkLst>
        <pc:sldLayoutChg chg="del">
          <pc:chgData name="Jan REZNER" userId="347e114a-92ab-42c3-a9b4-fbacdee8e31a" providerId="ADAL" clId="{1C72CF56-23E5-4F3E-B2B1-A9F95E36F80D}" dt="2024-02-14T10:23:32.094" v="5" actId="47"/>
          <pc:sldLayoutMkLst>
            <pc:docMk/>
            <pc:sldMasterMk cId="0" sldId="2147483669"/>
            <pc:sldLayoutMk cId="2359610645" sldId="21474836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>
          <a:extLst>
            <a:ext uri="{FF2B5EF4-FFF2-40B4-BE49-F238E27FC236}">
              <a16:creationId xmlns:a16="http://schemas.microsoft.com/office/drawing/2014/main" id="{1FA95660-12F0-EFAE-BCE1-E3CCB167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84d99d1a72_0_15:notes">
            <a:extLst>
              <a:ext uri="{FF2B5EF4-FFF2-40B4-BE49-F238E27FC236}">
                <a16:creationId xmlns:a16="http://schemas.microsoft.com/office/drawing/2014/main" id="{874351FB-6620-78CF-7932-DEB36A0844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84d99d1a72_0_15:notes">
            <a:extLst>
              <a:ext uri="{FF2B5EF4-FFF2-40B4-BE49-F238E27FC236}">
                <a16:creationId xmlns:a16="http://schemas.microsoft.com/office/drawing/2014/main" id="{53C4E10A-EFF7-DB4C-D28A-AB88B2CDD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8770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B4CF59D2-CAC1-CB18-F188-21DBFF248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4dda1946d_6_322:notes">
            <a:extLst>
              <a:ext uri="{FF2B5EF4-FFF2-40B4-BE49-F238E27FC236}">
                <a16:creationId xmlns:a16="http://schemas.microsoft.com/office/drawing/2014/main" id="{1BD38939-E188-EEAB-6C84-A5104FFBF8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54dda1946d_6_322:notes">
            <a:extLst>
              <a:ext uri="{FF2B5EF4-FFF2-40B4-BE49-F238E27FC236}">
                <a16:creationId xmlns:a16="http://schemas.microsoft.com/office/drawing/2014/main" id="{FBAB0B96-9147-D429-3F27-D4FE7B415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5224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>
          <a:extLst>
            <a:ext uri="{FF2B5EF4-FFF2-40B4-BE49-F238E27FC236}">
              <a16:creationId xmlns:a16="http://schemas.microsoft.com/office/drawing/2014/main" id="{E80D40AF-BA96-1B34-8B9A-782DA8467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84d99d1a72_0_2:notes">
            <a:extLst>
              <a:ext uri="{FF2B5EF4-FFF2-40B4-BE49-F238E27FC236}">
                <a16:creationId xmlns:a16="http://schemas.microsoft.com/office/drawing/2014/main" id="{F7A68B06-E1C1-038C-C932-C6EB35A9C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84d99d1a72_0_2:notes">
            <a:extLst>
              <a:ext uri="{FF2B5EF4-FFF2-40B4-BE49-F238E27FC236}">
                <a16:creationId xmlns:a16="http://schemas.microsoft.com/office/drawing/2014/main" id="{BD7200BF-D328-6B93-71C0-F4E17DF1B8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717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>
          <a:extLst>
            <a:ext uri="{FF2B5EF4-FFF2-40B4-BE49-F238E27FC236}">
              <a16:creationId xmlns:a16="http://schemas.microsoft.com/office/drawing/2014/main" id="{F1EAF3EC-BEDC-B98D-0A4F-676F1E526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84d99d1a72_0_15:notes">
            <a:extLst>
              <a:ext uri="{FF2B5EF4-FFF2-40B4-BE49-F238E27FC236}">
                <a16:creationId xmlns:a16="http://schemas.microsoft.com/office/drawing/2014/main" id="{DB844C8F-89DC-4E89-6840-2CBC2A94A2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84d99d1a72_0_15:notes">
            <a:extLst>
              <a:ext uri="{FF2B5EF4-FFF2-40B4-BE49-F238E27FC236}">
                <a16:creationId xmlns:a16="http://schemas.microsoft.com/office/drawing/2014/main" id="{64E51ED4-DF93-1D51-571F-109820C52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1312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F9A0F8B7-6023-2200-4677-2816B49E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54dda1946d_6_332:notes">
            <a:extLst>
              <a:ext uri="{FF2B5EF4-FFF2-40B4-BE49-F238E27FC236}">
                <a16:creationId xmlns:a16="http://schemas.microsoft.com/office/drawing/2014/main" id="{40F23ECC-9B53-ECBA-685A-2998D626D6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54dda1946d_6_332:notes">
            <a:extLst>
              <a:ext uri="{FF2B5EF4-FFF2-40B4-BE49-F238E27FC236}">
                <a16:creationId xmlns:a16="http://schemas.microsoft.com/office/drawing/2014/main" id="{E40276A9-C7D7-AAA5-B73E-6E5303E581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2275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>
          <a:extLst>
            <a:ext uri="{FF2B5EF4-FFF2-40B4-BE49-F238E27FC236}">
              <a16:creationId xmlns:a16="http://schemas.microsoft.com/office/drawing/2014/main" id="{B681DB46-BFA4-6B54-70CF-127741FEE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84d99d1a72_0_15:notes">
            <a:extLst>
              <a:ext uri="{FF2B5EF4-FFF2-40B4-BE49-F238E27FC236}">
                <a16:creationId xmlns:a16="http://schemas.microsoft.com/office/drawing/2014/main" id="{B5C80F06-749A-B93A-64F7-0892ABA823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84d99d1a72_0_15:notes">
            <a:extLst>
              <a:ext uri="{FF2B5EF4-FFF2-40B4-BE49-F238E27FC236}">
                <a16:creationId xmlns:a16="http://schemas.microsoft.com/office/drawing/2014/main" id="{114A5B1A-D9F2-5375-2D6C-EF3FB882B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1498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>
          <a:extLst>
            <a:ext uri="{FF2B5EF4-FFF2-40B4-BE49-F238E27FC236}">
              <a16:creationId xmlns:a16="http://schemas.microsoft.com/office/drawing/2014/main" id="{AB556A20-6C2C-69D2-5B42-F634249B7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84d99d1a72_0_2:notes">
            <a:extLst>
              <a:ext uri="{FF2B5EF4-FFF2-40B4-BE49-F238E27FC236}">
                <a16:creationId xmlns:a16="http://schemas.microsoft.com/office/drawing/2014/main" id="{3F616313-C668-7D4E-713D-5E004B9A0D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84d99d1a72_0_2:notes">
            <a:extLst>
              <a:ext uri="{FF2B5EF4-FFF2-40B4-BE49-F238E27FC236}">
                <a16:creationId xmlns:a16="http://schemas.microsoft.com/office/drawing/2014/main" id="{FAF3DC9C-60D0-4AC8-3040-4DF2918FD0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1032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B5259171-B606-9E09-A381-7BD5BBB0E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84d99d1a72_0_57:notes">
            <a:extLst>
              <a:ext uri="{FF2B5EF4-FFF2-40B4-BE49-F238E27FC236}">
                <a16:creationId xmlns:a16="http://schemas.microsoft.com/office/drawing/2014/main" id="{83FD6278-6323-084F-F29B-735B51B708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84d99d1a72_0_57:notes">
            <a:extLst>
              <a:ext uri="{FF2B5EF4-FFF2-40B4-BE49-F238E27FC236}">
                <a16:creationId xmlns:a16="http://schemas.microsoft.com/office/drawing/2014/main" id="{6ADF139B-416B-4F9C-024E-B6F579D0D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4943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31C4C1FB-10B5-B7A2-0403-08FC05E2D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4dda1946d_6_322:notes">
            <a:extLst>
              <a:ext uri="{FF2B5EF4-FFF2-40B4-BE49-F238E27FC236}">
                <a16:creationId xmlns:a16="http://schemas.microsoft.com/office/drawing/2014/main" id="{3FC4438D-6E5B-00EF-3440-6CFFA1E2C6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54dda1946d_6_322:notes">
            <a:extLst>
              <a:ext uri="{FF2B5EF4-FFF2-40B4-BE49-F238E27FC236}">
                <a16:creationId xmlns:a16="http://schemas.microsoft.com/office/drawing/2014/main" id="{8D9D2679-6A5C-1BA4-D20E-F6B21E7028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36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B1DBBBC7-EDAA-7819-18B7-70D55AD97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4dda1946d_6_322:notes">
            <a:extLst>
              <a:ext uri="{FF2B5EF4-FFF2-40B4-BE49-F238E27FC236}">
                <a16:creationId xmlns:a16="http://schemas.microsoft.com/office/drawing/2014/main" id="{DEB2E766-58D1-2D07-49BB-4A52D46EB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54dda1946d_6_322:notes">
            <a:extLst>
              <a:ext uri="{FF2B5EF4-FFF2-40B4-BE49-F238E27FC236}">
                <a16:creationId xmlns:a16="http://schemas.microsoft.com/office/drawing/2014/main" id="{768AF6FD-B0BA-AB4E-2DCC-400EC0C5D5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11662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0" name="Google Shape;10;p2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738925" y="1235288"/>
            <a:ext cx="5666100" cy="210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739019" y="3432363"/>
            <a:ext cx="5666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5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38" name="Google Shape;38;p5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4923249" y="2762675"/>
            <a:ext cx="2505600" cy="14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>
            <a:off x="1715375" y="2762675"/>
            <a:ext cx="2505600" cy="14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3"/>
          </p:nvPr>
        </p:nvSpPr>
        <p:spPr>
          <a:xfrm>
            <a:off x="1715375" y="2383429"/>
            <a:ext cx="2505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4"/>
          </p:nvPr>
        </p:nvSpPr>
        <p:spPr>
          <a:xfrm>
            <a:off x="4923250" y="2383429"/>
            <a:ext cx="2505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7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58" name="Google Shape;58;p7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9" name="Google Shape;59;p7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811975" y="13150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ubTitle" idx="1"/>
          </p:nvPr>
        </p:nvSpPr>
        <p:spPr>
          <a:xfrm>
            <a:off x="811975" y="1887700"/>
            <a:ext cx="4294800" cy="20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>
            <a:spLocks noGrp="1"/>
          </p:cNvSpPr>
          <p:nvPr>
            <p:ph type="pic" idx="2"/>
          </p:nvPr>
        </p:nvSpPr>
        <p:spPr>
          <a:xfrm>
            <a:off x="5643775" y="922900"/>
            <a:ext cx="2787000" cy="3453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8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68" name="Google Shape;68;p8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9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76" name="Google Shape;76;p9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0" name="Google Shape;80;p9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>
            <a:spLocks noGrp="1"/>
          </p:cNvSpPr>
          <p:nvPr>
            <p:ph type="pic" idx="2"/>
          </p:nvPr>
        </p:nvSpPr>
        <p:spPr>
          <a:xfrm>
            <a:off x="-22325" y="-21050"/>
            <a:ext cx="9201900" cy="51645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3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98" name="Google Shape;98;p13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03" name="Google Shape;103;p1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2" hasCustomPrompt="1"/>
          </p:nvPr>
        </p:nvSpPr>
        <p:spPr>
          <a:xfrm>
            <a:off x="1505400" y="1504162"/>
            <a:ext cx="734700" cy="5727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3" hasCustomPrompt="1"/>
          </p:nvPr>
        </p:nvSpPr>
        <p:spPr>
          <a:xfrm>
            <a:off x="1505400" y="3090116"/>
            <a:ext cx="734700" cy="5727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75" y="1504162"/>
            <a:ext cx="734700" cy="5727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75" y="3090116"/>
            <a:ext cx="734700" cy="5727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6" hasCustomPrompt="1"/>
          </p:nvPr>
        </p:nvSpPr>
        <p:spPr>
          <a:xfrm>
            <a:off x="6903950" y="1504162"/>
            <a:ext cx="734700" cy="5727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7" hasCustomPrompt="1"/>
          </p:nvPr>
        </p:nvSpPr>
        <p:spPr>
          <a:xfrm>
            <a:off x="6903950" y="3090116"/>
            <a:ext cx="734700" cy="5727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"/>
          </p:nvPr>
        </p:nvSpPr>
        <p:spPr>
          <a:xfrm>
            <a:off x="720000" y="2213388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8"/>
          </p:nvPr>
        </p:nvSpPr>
        <p:spPr>
          <a:xfrm>
            <a:off x="3419275" y="2213388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9"/>
          </p:nvPr>
        </p:nvSpPr>
        <p:spPr>
          <a:xfrm>
            <a:off x="6118550" y="2213388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3"/>
          </p:nvPr>
        </p:nvSpPr>
        <p:spPr>
          <a:xfrm>
            <a:off x="720000" y="3799263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4"/>
          </p:nvPr>
        </p:nvSpPr>
        <p:spPr>
          <a:xfrm>
            <a:off x="3419275" y="3799263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5"/>
          </p:nvPr>
        </p:nvSpPr>
        <p:spPr>
          <a:xfrm>
            <a:off x="6118550" y="3799263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4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18" name="Google Shape;118;p14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subTitle" idx="1"/>
          </p:nvPr>
        </p:nvSpPr>
        <p:spPr>
          <a:xfrm>
            <a:off x="2363650" y="1515162"/>
            <a:ext cx="4854000" cy="7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ubTitle" idx="2"/>
          </p:nvPr>
        </p:nvSpPr>
        <p:spPr>
          <a:xfrm>
            <a:off x="2363644" y="2628674"/>
            <a:ext cx="4854000" cy="7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subTitle" idx="3"/>
          </p:nvPr>
        </p:nvSpPr>
        <p:spPr>
          <a:xfrm>
            <a:off x="2363652" y="3742174"/>
            <a:ext cx="4854000" cy="7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subTitle" idx="4"/>
          </p:nvPr>
        </p:nvSpPr>
        <p:spPr>
          <a:xfrm>
            <a:off x="2363650" y="1133338"/>
            <a:ext cx="48540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subTitle" idx="5"/>
          </p:nvPr>
        </p:nvSpPr>
        <p:spPr>
          <a:xfrm>
            <a:off x="2363655" y="2246850"/>
            <a:ext cx="48540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subTitle" idx="6"/>
          </p:nvPr>
        </p:nvSpPr>
        <p:spPr>
          <a:xfrm>
            <a:off x="2363659" y="3360350"/>
            <a:ext cx="48540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5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32" name="Google Shape;132;p15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37" name="Google Shape;13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subTitle" idx="1"/>
          </p:nvPr>
        </p:nvSpPr>
        <p:spPr>
          <a:xfrm>
            <a:off x="1598950" y="1753075"/>
            <a:ext cx="2592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subTitle" idx="2"/>
          </p:nvPr>
        </p:nvSpPr>
        <p:spPr>
          <a:xfrm>
            <a:off x="5477578" y="1753075"/>
            <a:ext cx="2592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ubTitle" idx="3"/>
          </p:nvPr>
        </p:nvSpPr>
        <p:spPr>
          <a:xfrm>
            <a:off x="1598950" y="3298725"/>
            <a:ext cx="2592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4"/>
          </p:nvPr>
        </p:nvSpPr>
        <p:spPr>
          <a:xfrm>
            <a:off x="5477578" y="3298725"/>
            <a:ext cx="2592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subTitle" idx="5"/>
          </p:nvPr>
        </p:nvSpPr>
        <p:spPr>
          <a:xfrm>
            <a:off x="1598951" y="1371775"/>
            <a:ext cx="2592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43" name="Google Shape;143;p15"/>
          <p:cNvSpPr txBox="1">
            <a:spLocks noGrp="1"/>
          </p:cNvSpPr>
          <p:nvPr>
            <p:ph type="subTitle" idx="6"/>
          </p:nvPr>
        </p:nvSpPr>
        <p:spPr>
          <a:xfrm>
            <a:off x="1598951" y="2917575"/>
            <a:ext cx="2592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subTitle" idx="7"/>
          </p:nvPr>
        </p:nvSpPr>
        <p:spPr>
          <a:xfrm>
            <a:off x="5477563" y="1371775"/>
            <a:ext cx="2592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subTitle" idx="8"/>
          </p:nvPr>
        </p:nvSpPr>
        <p:spPr>
          <a:xfrm>
            <a:off x="5477563" y="2917575"/>
            <a:ext cx="2592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16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48" name="Google Shape;148;p16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subTitle" idx="1"/>
          </p:nvPr>
        </p:nvSpPr>
        <p:spPr>
          <a:xfrm>
            <a:off x="801000" y="1753075"/>
            <a:ext cx="23337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subTitle" idx="2"/>
          </p:nvPr>
        </p:nvSpPr>
        <p:spPr>
          <a:xfrm>
            <a:off x="3410347" y="1753079"/>
            <a:ext cx="2319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subTitle" idx="3"/>
          </p:nvPr>
        </p:nvSpPr>
        <p:spPr>
          <a:xfrm>
            <a:off x="801075" y="3298725"/>
            <a:ext cx="23337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subTitle" idx="4"/>
          </p:nvPr>
        </p:nvSpPr>
        <p:spPr>
          <a:xfrm>
            <a:off x="3410348" y="3298726"/>
            <a:ext cx="2319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subTitle" idx="5"/>
          </p:nvPr>
        </p:nvSpPr>
        <p:spPr>
          <a:xfrm>
            <a:off x="6007901" y="1753080"/>
            <a:ext cx="23289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6"/>
          <p:cNvSpPr txBox="1">
            <a:spLocks noGrp="1"/>
          </p:cNvSpPr>
          <p:nvPr>
            <p:ph type="subTitle" idx="6"/>
          </p:nvPr>
        </p:nvSpPr>
        <p:spPr>
          <a:xfrm>
            <a:off x="6007902" y="3298726"/>
            <a:ext cx="23289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subTitle" idx="7"/>
          </p:nvPr>
        </p:nvSpPr>
        <p:spPr>
          <a:xfrm>
            <a:off x="800875" y="1371775"/>
            <a:ext cx="23337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subTitle" idx="8"/>
          </p:nvPr>
        </p:nvSpPr>
        <p:spPr>
          <a:xfrm>
            <a:off x="3417192" y="1371775"/>
            <a:ext cx="2310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ubTitle" idx="9"/>
          </p:nvPr>
        </p:nvSpPr>
        <p:spPr>
          <a:xfrm>
            <a:off x="6003225" y="1371775"/>
            <a:ext cx="23289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subTitle" idx="13"/>
          </p:nvPr>
        </p:nvSpPr>
        <p:spPr>
          <a:xfrm>
            <a:off x="801075" y="2917575"/>
            <a:ext cx="23337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ubTitle" idx="14"/>
          </p:nvPr>
        </p:nvSpPr>
        <p:spPr>
          <a:xfrm>
            <a:off x="3417189" y="2917574"/>
            <a:ext cx="2310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subTitle" idx="15"/>
          </p:nvPr>
        </p:nvSpPr>
        <p:spPr>
          <a:xfrm>
            <a:off x="6012490" y="2917575"/>
            <a:ext cx="2319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19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91" name="Google Shape;191;p19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20"/>
          <p:cNvGrpSpPr/>
          <p:nvPr/>
        </p:nvGrpSpPr>
        <p:grpSpPr>
          <a:xfrm>
            <a:off x="232500" y="183725"/>
            <a:ext cx="8679000" cy="4776000"/>
            <a:chOff x="232500" y="183725"/>
            <a:chExt cx="8679000" cy="4776000"/>
          </a:xfrm>
        </p:grpSpPr>
        <p:sp>
          <p:nvSpPr>
            <p:cNvPr id="198" name="Google Shape;198;p20"/>
            <p:cNvSpPr/>
            <p:nvPr/>
          </p:nvSpPr>
          <p:spPr>
            <a:xfrm>
              <a:off x="232500" y="183725"/>
              <a:ext cx="8679000" cy="4776000"/>
            </a:xfrm>
            <a:prstGeom prst="roundRect">
              <a:avLst>
                <a:gd name="adj" fmla="val 3848"/>
              </a:avLst>
            </a:prstGeom>
            <a:solidFill>
              <a:schemeClr val="dk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85738" dist="47625" dir="30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232500" y="183725"/>
              <a:ext cx="8679000" cy="289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7928375" y="274025"/>
              <a:ext cx="116400" cy="116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8172199" y="274025"/>
              <a:ext cx="116400" cy="1164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8416024" y="274025"/>
              <a:ext cx="116400" cy="116400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 Black"/>
              <a:buNone/>
              <a:defRPr sz="3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5" r:id="rId12"/>
    <p:sldLayoutId id="2147483666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>
            <a:spLocks noGrp="1"/>
          </p:cNvSpPr>
          <p:nvPr>
            <p:ph type="ctrTitle"/>
          </p:nvPr>
        </p:nvSpPr>
        <p:spPr>
          <a:xfrm>
            <a:off x="1738925" y="1235288"/>
            <a:ext cx="5666100" cy="210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000" dirty="0"/>
              <a:t>INTERNET INFORMATION SERVICES</a:t>
            </a:r>
            <a:br>
              <a:rPr lang="cs-CZ" sz="4000" dirty="0"/>
            </a:br>
            <a:r>
              <a:rPr lang="cs-CZ" sz="4000" dirty="0"/>
              <a:t>(IIS)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9"/>
          <p:cNvSpPr txBox="1">
            <a:spLocks noGrp="1"/>
          </p:cNvSpPr>
          <p:nvPr>
            <p:ph type="subTitle" idx="4"/>
          </p:nvPr>
        </p:nvSpPr>
        <p:spPr>
          <a:xfrm>
            <a:off x="4539605" y="2668693"/>
            <a:ext cx="3359365" cy="16197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základní</a:t>
            </a:r>
            <a:r>
              <a:rPr lang="en-US" dirty="0"/>
              <a:t> </a:t>
            </a:r>
            <a:r>
              <a:rPr lang="en-US" dirty="0" err="1"/>
              <a:t>prvek</a:t>
            </a:r>
            <a:r>
              <a:rPr lang="cs-CZ" dirty="0"/>
              <a:t> operačního systému</a:t>
            </a:r>
            <a:r>
              <a:rPr lang="en-US" dirty="0"/>
              <a:t> Windows </a:t>
            </a:r>
            <a:r>
              <a:rPr lang="en-US" dirty="0" err="1"/>
              <a:t>Serveru</a:t>
            </a:r>
            <a:r>
              <a:rPr lang="en-US" dirty="0"/>
              <a:t> </a:t>
            </a:r>
            <a:r>
              <a:rPr lang="en-US" dirty="0" err="1"/>
              <a:t>poskytuje</a:t>
            </a:r>
            <a:r>
              <a:rPr lang="en-US" dirty="0"/>
              <a:t> IIS </a:t>
            </a:r>
            <a:r>
              <a:rPr lang="en-US" dirty="0" err="1"/>
              <a:t>robustní</a:t>
            </a:r>
            <a:r>
              <a:rPr lang="en-US" dirty="0"/>
              <a:t> </a:t>
            </a:r>
            <a:r>
              <a:rPr lang="en-US" dirty="0" err="1"/>
              <a:t>platformu</a:t>
            </a:r>
            <a:r>
              <a:rPr lang="en-US" dirty="0"/>
              <a:t> pro </a:t>
            </a:r>
            <a:r>
              <a:rPr lang="en-US" dirty="0" err="1"/>
              <a:t>nasazení</a:t>
            </a:r>
            <a:r>
              <a:rPr lang="en-US" dirty="0"/>
              <a:t> a </a:t>
            </a:r>
            <a:r>
              <a:rPr lang="en-US" dirty="0" err="1"/>
              <a:t>správu</a:t>
            </a:r>
            <a:r>
              <a:rPr lang="en-US" dirty="0"/>
              <a:t> </a:t>
            </a:r>
            <a:r>
              <a:rPr lang="en-US" dirty="0" err="1"/>
              <a:t>webových</a:t>
            </a:r>
            <a:r>
              <a:rPr lang="en-US" dirty="0"/>
              <a:t> </a:t>
            </a:r>
            <a:r>
              <a:rPr lang="en-US" dirty="0" err="1"/>
              <a:t>aplikací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365" name="Google Shape;365;p29"/>
          <p:cNvSpPr txBox="1">
            <a:spLocks noGrp="1"/>
          </p:cNvSpPr>
          <p:nvPr>
            <p:ph type="title"/>
          </p:nvPr>
        </p:nvSpPr>
        <p:spPr>
          <a:xfrm>
            <a:off x="720000" y="521224"/>
            <a:ext cx="7704000" cy="785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dirty="0"/>
              <a:t>Úvod</a:t>
            </a:r>
          </a:p>
        </p:txBody>
      </p:sp>
      <p:sp>
        <p:nvSpPr>
          <p:cNvPr id="368" name="Google Shape;368;p29"/>
          <p:cNvSpPr txBox="1">
            <a:spLocks noGrp="1"/>
          </p:cNvSpPr>
          <p:nvPr>
            <p:ph type="subTitle" idx="3"/>
          </p:nvPr>
        </p:nvSpPr>
        <p:spPr>
          <a:xfrm>
            <a:off x="1599576" y="2571750"/>
            <a:ext cx="2755009" cy="17166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Webový server vyvinutý společností Microsoft pro hostování webových aplikací a služeb.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</p:txBody>
      </p:sp>
      <p:grpSp>
        <p:nvGrpSpPr>
          <p:cNvPr id="369" name="Google Shape;369;p29"/>
          <p:cNvGrpSpPr/>
          <p:nvPr/>
        </p:nvGrpSpPr>
        <p:grpSpPr>
          <a:xfrm>
            <a:off x="2819954" y="2034081"/>
            <a:ext cx="296442" cy="296442"/>
            <a:chOff x="3400530" y="1483827"/>
            <a:chExt cx="296442" cy="296442"/>
          </a:xfrm>
        </p:grpSpPr>
        <p:sp>
          <p:nvSpPr>
            <p:cNvPr id="370" name="Google Shape;370;p29"/>
            <p:cNvSpPr/>
            <p:nvPr/>
          </p:nvSpPr>
          <p:spPr>
            <a:xfrm>
              <a:off x="3557656" y="1641455"/>
              <a:ext cx="17083" cy="47732"/>
            </a:xfrm>
            <a:custGeom>
              <a:avLst/>
              <a:gdLst/>
              <a:ahLst/>
              <a:cxnLst/>
              <a:rect l="l" t="t" r="r" b="b"/>
              <a:pathLst>
                <a:path w="32384" h="90487" extrusionOk="0">
                  <a:moveTo>
                    <a:pt x="0" y="90488"/>
                  </a:moveTo>
                  <a:cubicBezTo>
                    <a:pt x="15240" y="76200"/>
                    <a:pt x="29527" y="41910"/>
                    <a:pt x="32385" y="0"/>
                  </a:cubicBezTo>
                  <a:lnTo>
                    <a:pt x="0" y="0"/>
                  </a:lnTo>
                  <a:lnTo>
                    <a:pt x="0" y="904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3523410" y="1641455"/>
              <a:ext cx="17083" cy="47732"/>
            </a:xfrm>
            <a:custGeom>
              <a:avLst/>
              <a:gdLst/>
              <a:ahLst/>
              <a:cxnLst/>
              <a:rect l="l" t="t" r="r" b="b"/>
              <a:pathLst>
                <a:path w="32384" h="90487" extrusionOk="0">
                  <a:moveTo>
                    <a:pt x="32385" y="90488"/>
                  </a:moveTo>
                  <a:lnTo>
                    <a:pt x="32385" y="0"/>
                  </a:lnTo>
                  <a:lnTo>
                    <a:pt x="0" y="0"/>
                  </a:lnTo>
                  <a:cubicBezTo>
                    <a:pt x="2858" y="41910"/>
                    <a:pt x="16193" y="75248"/>
                    <a:pt x="32385" y="90488"/>
                  </a:cubicBezTo>
                  <a:lnTo>
                    <a:pt x="32385" y="904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3557656" y="1575483"/>
              <a:ext cx="17083" cy="47732"/>
            </a:xfrm>
            <a:custGeom>
              <a:avLst/>
              <a:gdLst/>
              <a:ahLst/>
              <a:cxnLst/>
              <a:rect l="l" t="t" r="r" b="b"/>
              <a:pathLst>
                <a:path w="32384" h="90487" extrusionOk="0">
                  <a:moveTo>
                    <a:pt x="0" y="0"/>
                  </a:moveTo>
                  <a:lnTo>
                    <a:pt x="0" y="90488"/>
                  </a:lnTo>
                  <a:lnTo>
                    <a:pt x="32385" y="90488"/>
                  </a:lnTo>
                  <a:cubicBezTo>
                    <a:pt x="29527" y="48577"/>
                    <a:pt x="16192" y="1524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3523410" y="1575986"/>
              <a:ext cx="17083" cy="47732"/>
            </a:xfrm>
            <a:custGeom>
              <a:avLst/>
              <a:gdLst/>
              <a:ahLst/>
              <a:cxnLst/>
              <a:rect l="l" t="t" r="r" b="b"/>
              <a:pathLst>
                <a:path w="32384" h="90487" extrusionOk="0">
                  <a:moveTo>
                    <a:pt x="0" y="90488"/>
                  </a:moveTo>
                  <a:lnTo>
                    <a:pt x="32385" y="90488"/>
                  </a:lnTo>
                  <a:lnTo>
                    <a:pt x="32385" y="0"/>
                  </a:lnTo>
                  <a:cubicBezTo>
                    <a:pt x="16193" y="14288"/>
                    <a:pt x="2858" y="47625"/>
                    <a:pt x="0" y="90488"/>
                  </a:cubicBezTo>
                  <a:lnTo>
                    <a:pt x="0" y="904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3582332" y="1581526"/>
              <a:ext cx="26629" cy="42205"/>
            </a:xfrm>
            <a:custGeom>
              <a:avLst/>
              <a:gdLst/>
              <a:ahLst/>
              <a:cxnLst/>
              <a:rect l="l" t="t" r="r" b="b"/>
              <a:pathLst>
                <a:path w="50482" h="80009" extrusionOk="0">
                  <a:moveTo>
                    <a:pt x="0" y="0"/>
                  </a:moveTo>
                  <a:cubicBezTo>
                    <a:pt x="10478" y="21908"/>
                    <a:pt x="16192" y="48578"/>
                    <a:pt x="18097" y="80010"/>
                  </a:cubicBezTo>
                  <a:lnTo>
                    <a:pt x="50482" y="80010"/>
                  </a:lnTo>
                  <a:cubicBezTo>
                    <a:pt x="45720" y="46672"/>
                    <a:pt x="27622" y="18097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3489165" y="1581526"/>
              <a:ext cx="26629" cy="42205"/>
            </a:xfrm>
            <a:custGeom>
              <a:avLst/>
              <a:gdLst/>
              <a:ahLst/>
              <a:cxnLst/>
              <a:rect l="l" t="t" r="r" b="b"/>
              <a:pathLst>
                <a:path w="50482" h="80009" extrusionOk="0">
                  <a:moveTo>
                    <a:pt x="0" y="80010"/>
                  </a:moveTo>
                  <a:lnTo>
                    <a:pt x="32385" y="80010"/>
                  </a:lnTo>
                  <a:cubicBezTo>
                    <a:pt x="34290" y="49530"/>
                    <a:pt x="40957" y="21908"/>
                    <a:pt x="50482" y="0"/>
                  </a:cubicBezTo>
                  <a:cubicBezTo>
                    <a:pt x="22860" y="18097"/>
                    <a:pt x="4763" y="46672"/>
                    <a:pt x="0" y="80010"/>
                  </a:cubicBezTo>
                  <a:lnTo>
                    <a:pt x="0" y="8001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3582332" y="1640952"/>
              <a:ext cx="26629" cy="42205"/>
            </a:xfrm>
            <a:custGeom>
              <a:avLst/>
              <a:gdLst/>
              <a:ahLst/>
              <a:cxnLst/>
              <a:rect l="l" t="t" r="r" b="b"/>
              <a:pathLst>
                <a:path w="50482" h="80009" extrusionOk="0">
                  <a:moveTo>
                    <a:pt x="0" y="80010"/>
                  </a:moveTo>
                  <a:cubicBezTo>
                    <a:pt x="26670" y="61913"/>
                    <a:pt x="45720" y="33338"/>
                    <a:pt x="50482" y="0"/>
                  </a:cubicBezTo>
                  <a:lnTo>
                    <a:pt x="18097" y="0"/>
                  </a:lnTo>
                  <a:cubicBezTo>
                    <a:pt x="17145" y="31432"/>
                    <a:pt x="10478" y="58102"/>
                    <a:pt x="0" y="80010"/>
                  </a:cubicBezTo>
                  <a:lnTo>
                    <a:pt x="0" y="8001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3489165" y="1640952"/>
              <a:ext cx="26629" cy="42205"/>
            </a:xfrm>
            <a:custGeom>
              <a:avLst/>
              <a:gdLst/>
              <a:ahLst/>
              <a:cxnLst/>
              <a:rect l="l" t="t" r="r" b="b"/>
              <a:pathLst>
                <a:path w="50482" h="80009" extrusionOk="0">
                  <a:moveTo>
                    <a:pt x="0" y="0"/>
                  </a:moveTo>
                  <a:cubicBezTo>
                    <a:pt x="4763" y="33338"/>
                    <a:pt x="23813" y="61913"/>
                    <a:pt x="50482" y="80010"/>
                  </a:cubicBezTo>
                  <a:cubicBezTo>
                    <a:pt x="40005" y="58102"/>
                    <a:pt x="34290" y="31432"/>
                    <a:pt x="3238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3400530" y="1483827"/>
              <a:ext cx="296442" cy="296442"/>
            </a:xfrm>
            <a:custGeom>
              <a:avLst/>
              <a:gdLst/>
              <a:ahLst/>
              <a:cxnLst/>
              <a:rect l="l" t="t" r="r" b="b"/>
              <a:pathLst>
                <a:path w="561975" h="561975" extrusionOk="0">
                  <a:moveTo>
                    <a:pt x="545782" y="263843"/>
                  </a:moveTo>
                  <a:lnTo>
                    <a:pt x="494347" y="263843"/>
                  </a:lnTo>
                  <a:cubicBezTo>
                    <a:pt x="485775" y="159068"/>
                    <a:pt x="401955" y="76200"/>
                    <a:pt x="297180" y="67628"/>
                  </a:cubicBezTo>
                  <a:lnTo>
                    <a:pt x="297180" y="16193"/>
                  </a:lnTo>
                  <a:cubicBezTo>
                    <a:pt x="297180" y="6668"/>
                    <a:pt x="289560" y="0"/>
                    <a:pt x="280988" y="0"/>
                  </a:cubicBezTo>
                  <a:cubicBezTo>
                    <a:pt x="271463" y="0"/>
                    <a:pt x="264795" y="7620"/>
                    <a:pt x="264795" y="16193"/>
                  </a:cubicBezTo>
                  <a:lnTo>
                    <a:pt x="264795" y="67628"/>
                  </a:lnTo>
                  <a:cubicBezTo>
                    <a:pt x="160020" y="75248"/>
                    <a:pt x="76200" y="160020"/>
                    <a:pt x="67628" y="264795"/>
                  </a:cubicBezTo>
                  <a:lnTo>
                    <a:pt x="16193" y="264795"/>
                  </a:lnTo>
                  <a:cubicBezTo>
                    <a:pt x="6668" y="264795"/>
                    <a:pt x="0" y="272415"/>
                    <a:pt x="0" y="280988"/>
                  </a:cubicBezTo>
                  <a:cubicBezTo>
                    <a:pt x="0" y="290513"/>
                    <a:pt x="7620" y="297180"/>
                    <a:pt x="16193" y="297180"/>
                  </a:cubicBezTo>
                  <a:lnTo>
                    <a:pt x="67628" y="297180"/>
                  </a:lnTo>
                  <a:cubicBezTo>
                    <a:pt x="75247" y="401955"/>
                    <a:pt x="160020" y="485775"/>
                    <a:pt x="264795" y="494348"/>
                  </a:cubicBezTo>
                  <a:lnTo>
                    <a:pt x="264795" y="545783"/>
                  </a:lnTo>
                  <a:cubicBezTo>
                    <a:pt x="264795" y="555308"/>
                    <a:pt x="272415" y="561975"/>
                    <a:pt x="280988" y="561975"/>
                  </a:cubicBezTo>
                  <a:cubicBezTo>
                    <a:pt x="290513" y="561975"/>
                    <a:pt x="297180" y="554355"/>
                    <a:pt x="297180" y="545783"/>
                  </a:cubicBezTo>
                  <a:lnTo>
                    <a:pt x="297180" y="494348"/>
                  </a:lnTo>
                  <a:cubicBezTo>
                    <a:pt x="402907" y="486728"/>
                    <a:pt x="486728" y="401955"/>
                    <a:pt x="494347" y="296228"/>
                  </a:cubicBezTo>
                  <a:lnTo>
                    <a:pt x="545782" y="296228"/>
                  </a:lnTo>
                  <a:cubicBezTo>
                    <a:pt x="555307" y="296228"/>
                    <a:pt x="561975" y="288608"/>
                    <a:pt x="561975" y="280035"/>
                  </a:cubicBezTo>
                  <a:cubicBezTo>
                    <a:pt x="561975" y="270510"/>
                    <a:pt x="554355" y="263843"/>
                    <a:pt x="545782" y="263843"/>
                  </a:cubicBezTo>
                  <a:lnTo>
                    <a:pt x="545782" y="263843"/>
                  </a:lnTo>
                  <a:close/>
                  <a:moveTo>
                    <a:pt x="280988" y="429578"/>
                  </a:moveTo>
                  <a:cubicBezTo>
                    <a:pt x="199072" y="429578"/>
                    <a:pt x="132397" y="362903"/>
                    <a:pt x="132397" y="280988"/>
                  </a:cubicBezTo>
                  <a:cubicBezTo>
                    <a:pt x="132397" y="199073"/>
                    <a:pt x="199072" y="132398"/>
                    <a:pt x="280988" y="132398"/>
                  </a:cubicBezTo>
                  <a:cubicBezTo>
                    <a:pt x="362903" y="132398"/>
                    <a:pt x="429578" y="199073"/>
                    <a:pt x="429578" y="280988"/>
                  </a:cubicBezTo>
                  <a:cubicBezTo>
                    <a:pt x="429578" y="362903"/>
                    <a:pt x="362903" y="429578"/>
                    <a:pt x="280988" y="429578"/>
                  </a:cubicBezTo>
                  <a:lnTo>
                    <a:pt x="280988" y="42957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" name="Google Shape;379;p29"/>
          <p:cNvGrpSpPr/>
          <p:nvPr/>
        </p:nvGrpSpPr>
        <p:grpSpPr>
          <a:xfrm>
            <a:off x="6027605" y="2112804"/>
            <a:ext cx="298226" cy="226097"/>
            <a:chOff x="4120672" y="1519582"/>
            <a:chExt cx="298226" cy="226097"/>
          </a:xfrm>
        </p:grpSpPr>
        <p:sp>
          <p:nvSpPr>
            <p:cNvPr id="380" name="Google Shape;380;p29"/>
            <p:cNvSpPr/>
            <p:nvPr/>
          </p:nvSpPr>
          <p:spPr>
            <a:xfrm>
              <a:off x="4260691" y="1571957"/>
              <a:ext cx="17585" cy="52254"/>
            </a:xfrm>
            <a:custGeom>
              <a:avLst/>
              <a:gdLst/>
              <a:ahLst/>
              <a:cxnLst/>
              <a:rect l="l" t="t" r="r" b="b"/>
              <a:pathLst>
                <a:path w="33337" h="99059" extrusionOk="0">
                  <a:moveTo>
                    <a:pt x="0" y="0"/>
                  </a:moveTo>
                  <a:lnTo>
                    <a:pt x="33337" y="0"/>
                  </a:lnTo>
                  <a:lnTo>
                    <a:pt x="33337" y="9906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4295440" y="1606706"/>
              <a:ext cx="17585" cy="17585"/>
            </a:xfrm>
            <a:custGeom>
              <a:avLst/>
              <a:gdLst/>
              <a:ahLst/>
              <a:cxnLst/>
              <a:rect l="l" t="t" r="r" b="b"/>
              <a:pathLst>
                <a:path w="33337" h="33337" extrusionOk="0">
                  <a:moveTo>
                    <a:pt x="0" y="0"/>
                  </a:moveTo>
                  <a:lnTo>
                    <a:pt x="33338" y="0"/>
                  </a:lnTo>
                  <a:lnTo>
                    <a:pt x="33338" y="33337"/>
                  </a:lnTo>
                  <a:lnTo>
                    <a:pt x="0" y="3333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4225942" y="1589080"/>
              <a:ext cx="17585" cy="34668"/>
            </a:xfrm>
            <a:custGeom>
              <a:avLst/>
              <a:gdLst/>
              <a:ahLst/>
              <a:cxnLst/>
              <a:rect l="l" t="t" r="r" b="b"/>
              <a:pathLst>
                <a:path w="33337" h="65722" extrusionOk="0">
                  <a:moveTo>
                    <a:pt x="0" y="0"/>
                  </a:moveTo>
                  <a:lnTo>
                    <a:pt x="33338" y="0"/>
                  </a:lnTo>
                  <a:lnTo>
                    <a:pt x="33338" y="65722"/>
                  </a:lnTo>
                  <a:lnTo>
                    <a:pt x="0" y="6572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4155941" y="1519582"/>
              <a:ext cx="226602" cy="139177"/>
            </a:xfrm>
            <a:custGeom>
              <a:avLst/>
              <a:gdLst/>
              <a:ahLst/>
              <a:cxnLst/>
              <a:rect l="l" t="t" r="r" b="b"/>
              <a:pathLst>
                <a:path w="429577" h="263842" extrusionOk="0">
                  <a:moveTo>
                    <a:pt x="429577" y="263843"/>
                  </a:moveTo>
                  <a:lnTo>
                    <a:pt x="429577" y="16193"/>
                  </a:lnTo>
                  <a:cubicBezTo>
                    <a:pt x="429577" y="6668"/>
                    <a:pt x="421957" y="0"/>
                    <a:pt x="413385" y="0"/>
                  </a:cubicBezTo>
                  <a:lnTo>
                    <a:pt x="16193" y="0"/>
                  </a:lnTo>
                  <a:cubicBezTo>
                    <a:pt x="6668" y="0"/>
                    <a:pt x="0" y="7620"/>
                    <a:pt x="0" y="16193"/>
                  </a:cubicBezTo>
                  <a:lnTo>
                    <a:pt x="0" y="262890"/>
                  </a:lnTo>
                  <a:lnTo>
                    <a:pt x="429577" y="262890"/>
                  </a:lnTo>
                  <a:close/>
                  <a:moveTo>
                    <a:pt x="280035" y="131445"/>
                  </a:moveTo>
                  <a:lnTo>
                    <a:pt x="313373" y="131445"/>
                  </a:lnTo>
                  <a:cubicBezTo>
                    <a:pt x="322898" y="131445"/>
                    <a:pt x="329565" y="139065"/>
                    <a:pt x="329565" y="147638"/>
                  </a:cubicBezTo>
                  <a:lnTo>
                    <a:pt x="329565" y="213360"/>
                  </a:lnTo>
                  <a:cubicBezTo>
                    <a:pt x="329565" y="222885"/>
                    <a:pt x="321945" y="229553"/>
                    <a:pt x="313373" y="229553"/>
                  </a:cubicBezTo>
                  <a:lnTo>
                    <a:pt x="116205" y="229553"/>
                  </a:lnTo>
                  <a:cubicBezTo>
                    <a:pt x="106680" y="229553"/>
                    <a:pt x="100013" y="221933"/>
                    <a:pt x="100013" y="213360"/>
                  </a:cubicBezTo>
                  <a:lnTo>
                    <a:pt x="100013" y="115253"/>
                  </a:lnTo>
                  <a:cubicBezTo>
                    <a:pt x="100013" y="105728"/>
                    <a:pt x="107632" y="99060"/>
                    <a:pt x="116205" y="99060"/>
                  </a:cubicBezTo>
                  <a:lnTo>
                    <a:pt x="165735" y="99060"/>
                  </a:lnTo>
                  <a:lnTo>
                    <a:pt x="165735" y="82868"/>
                  </a:lnTo>
                  <a:cubicBezTo>
                    <a:pt x="165735" y="73343"/>
                    <a:pt x="173355" y="66675"/>
                    <a:pt x="181927" y="66675"/>
                  </a:cubicBezTo>
                  <a:lnTo>
                    <a:pt x="247650" y="66675"/>
                  </a:lnTo>
                  <a:cubicBezTo>
                    <a:pt x="257175" y="66675"/>
                    <a:pt x="263843" y="74295"/>
                    <a:pt x="263843" y="82868"/>
                  </a:cubicBezTo>
                  <a:lnTo>
                    <a:pt x="263843" y="132398"/>
                  </a:lnTo>
                  <a:lnTo>
                    <a:pt x="280035" y="13239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4" name="Google Shape;384;p29"/>
            <p:cNvGrpSpPr/>
            <p:nvPr/>
          </p:nvGrpSpPr>
          <p:grpSpPr>
            <a:xfrm>
              <a:off x="4120672" y="1676185"/>
              <a:ext cx="298226" cy="69494"/>
              <a:chOff x="5243691" y="978217"/>
              <a:chExt cx="564075" cy="131444"/>
            </a:xfrm>
          </p:grpSpPr>
          <p:sp>
            <p:nvSpPr>
              <p:cNvPr id="385" name="Google Shape;385;p29"/>
              <p:cNvSpPr/>
              <p:nvPr/>
            </p:nvSpPr>
            <p:spPr>
              <a:xfrm>
                <a:off x="5438774" y="1043939"/>
                <a:ext cx="171450" cy="6572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65722" extrusionOk="0">
                    <a:moveTo>
                      <a:pt x="16193" y="0"/>
                    </a:moveTo>
                    <a:lnTo>
                      <a:pt x="0" y="65723"/>
                    </a:lnTo>
                    <a:lnTo>
                      <a:pt x="171450" y="65723"/>
                    </a:lnTo>
                    <a:lnTo>
                      <a:pt x="155257" y="0"/>
                    </a:lnTo>
                    <a:lnTo>
                      <a:pt x="161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29"/>
              <p:cNvSpPr/>
              <p:nvPr/>
            </p:nvSpPr>
            <p:spPr>
              <a:xfrm>
                <a:off x="5243691" y="978217"/>
                <a:ext cx="564075" cy="131444"/>
              </a:xfrm>
              <a:custGeom>
                <a:avLst/>
                <a:gdLst/>
                <a:ahLst/>
                <a:cxnLst/>
                <a:rect l="l" t="t" r="r" b="b"/>
                <a:pathLst>
                  <a:path w="564075" h="131444" extrusionOk="0">
                    <a:moveTo>
                      <a:pt x="506550" y="0"/>
                    </a:moveTo>
                    <a:lnTo>
                      <a:pt x="56018" y="0"/>
                    </a:lnTo>
                    <a:lnTo>
                      <a:pt x="1725" y="107632"/>
                    </a:lnTo>
                    <a:cubicBezTo>
                      <a:pt x="-1132" y="112395"/>
                      <a:pt x="-180" y="119063"/>
                      <a:pt x="2678" y="123825"/>
                    </a:cubicBezTo>
                    <a:cubicBezTo>
                      <a:pt x="5535" y="128588"/>
                      <a:pt x="11250" y="131445"/>
                      <a:pt x="16965" y="131445"/>
                    </a:cubicBezTo>
                    <a:lnTo>
                      <a:pt x="161745" y="131445"/>
                    </a:lnTo>
                    <a:lnTo>
                      <a:pt x="183653" y="44768"/>
                    </a:lnTo>
                    <a:cubicBezTo>
                      <a:pt x="185558" y="37147"/>
                      <a:pt x="192225" y="32385"/>
                      <a:pt x="199845" y="32385"/>
                    </a:cubicBezTo>
                    <a:lnTo>
                      <a:pt x="364628" y="32385"/>
                    </a:lnTo>
                    <a:cubicBezTo>
                      <a:pt x="372248" y="32385"/>
                      <a:pt x="378915" y="37147"/>
                      <a:pt x="380820" y="44768"/>
                    </a:cubicBezTo>
                    <a:lnTo>
                      <a:pt x="402728" y="131445"/>
                    </a:lnTo>
                    <a:lnTo>
                      <a:pt x="547508" y="131445"/>
                    </a:lnTo>
                    <a:cubicBezTo>
                      <a:pt x="553223" y="131445"/>
                      <a:pt x="558938" y="128588"/>
                      <a:pt x="561795" y="123825"/>
                    </a:cubicBezTo>
                    <a:cubicBezTo>
                      <a:pt x="564653" y="119063"/>
                      <a:pt x="564653" y="113347"/>
                      <a:pt x="562748" y="107632"/>
                    </a:cubicBezTo>
                    <a:lnTo>
                      <a:pt x="50655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VÝZNAM IIS</a:t>
            </a:r>
          </a:p>
        </p:txBody>
      </p:sp>
      <p:sp>
        <p:nvSpPr>
          <p:cNvPr id="413" name="Google Shape;413;p30"/>
          <p:cNvSpPr txBox="1">
            <a:spLocks noGrp="1"/>
          </p:cNvSpPr>
          <p:nvPr>
            <p:ph type="subTitle" idx="4"/>
          </p:nvPr>
        </p:nvSpPr>
        <p:spPr>
          <a:xfrm>
            <a:off x="2406886" y="1551428"/>
            <a:ext cx="4854000" cy="11135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Představuje klíčový prvek v oblasti webových serverů, poskytující platformu pro hostování a správu webových aplikací.</a:t>
            </a:r>
          </a:p>
        </p:txBody>
      </p:sp>
      <p:sp>
        <p:nvSpPr>
          <p:cNvPr id="414" name="Google Shape;414;p30"/>
          <p:cNvSpPr txBox="1">
            <a:spLocks noGrp="1"/>
          </p:cNvSpPr>
          <p:nvPr>
            <p:ph type="subTitle" idx="5"/>
          </p:nvPr>
        </p:nvSpPr>
        <p:spPr>
          <a:xfrm>
            <a:off x="2363650" y="3078329"/>
            <a:ext cx="4854000" cy="10394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Přináší komplexní řešení pro hosting webových aplikací s důrazem na bezpečnost, výkonnost a škálovatelnost.</a:t>
            </a:r>
          </a:p>
        </p:txBody>
      </p:sp>
      <p:grpSp>
        <p:nvGrpSpPr>
          <p:cNvPr id="419" name="Google Shape;419;p30"/>
          <p:cNvGrpSpPr/>
          <p:nvPr/>
        </p:nvGrpSpPr>
        <p:grpSpPr>
          <a:xfrm>
            <a:off x="1961277" y="1726073"/>
            <a:ext cx="295982" cy="277589"/>
            <a:chOff x="4120688" y="2163694"/>
            <a:chExt cx="295982" cy="277589"/>
          </a:xfrm>
        </p:grpSpPr>
        <p:sp>
          <p:nvSpPr>
            <p:cNvPr id="420" name="Google Shape;420;p30"/>
            <p:cNvSpPr/>
            <p:nvPr/>
          </p:nvSpPr>
          <p:spPr>
            <a:xfrm>
              <a:off x="4120688" y="2163694"/>
              <a:ext cx="295982" cy="208011"/>
            </a:xfrm>
            <a:custGeom>
              <a:avLst/>
              <a:gdLst/>
              <a:ahLst/>
              <a:cxnLst/>
              <a:rect l="l" t="t" r="r" b="b"/>
              <a:pathLst>
                <a:path w="561103" h="394334" extrusionOk="0">
                  <a:moveTo>
                    <a:pt x="545782" y="0"/>
                  </a:moveTo>
                  <a:lnTo>
                    <a:pt x="337185" y="0"/>
                  </a:lnTo>
                  <a:lnTo>
                    <a:pt x="297180" y="120015"/>
                  </a:lnTo>
                  <a:cubicBezTo>
                    <a:pt x="295275" y="126683"/>
                    <a:pt x="288607" y="131445"/>
                    <a:pt x="281940" y="131445"/>
                  </a:cubicBezTo>
                  <a:lnTo>
                    <a:pt x="0" y="131445"/>
                  </a:lnTo>
                  <a:lnTo>
                    <a:pt x="0" y="378142"/>
                  </a:lnTo>
                  <a:cubicBezTo>
                    <a:pt x="0" y="387667"/>
                    <a:pt x="7620" y="394335"/>
                    <a:pt x="16193" y="394335"/>
                  </a:cubicBezTo>
                  <a:lnTo>
                    <a:pt x="33338" y="394335"/>
                  </a:lnTo>
                  <a:lnTo>
                    <a:pt x="33338" y="213360"/>
                  </a:lnTo>
                  <a:cubicBezTo>
                    <a:pt x="33338" y="185738"/>
                    <a:pt x="55245" y="163830"/>
                    <a:pt x="82868" y="163830"/>
                  </a:cubicBezTo>
                  <a:lnTo>
                    <a:pt x="478155" y="163830"/>
                  </a:lnTo>
                  <a:cubicBezTo>
                    <a:pt x="505777" y="163830"/>
                    <a:pt x="527685" y="185738"/>
                    <a:pt x="527685" y="213360"/>
                  </a:cubicBezTo>
                  <a:lnTo>
                    <a:pt x="527685" y="394335"/>
                  </a:lnTo>
                  <a:lnTo>
                    <a:pt x="544830" y="394335"/>
                  </a:lnTo>
                  <a:cubicBezTo>
                    <a:pt x="554355" y="394335"/>
                    <a:pt x="561023" y="386715"/>
                    <a:pt x="561023" y="378142"/>
                  </a:cubicBezTo>
                  <a:lnTo>
                    <a:pt x="561023" y="16192"/>
                  </a:lnTo>
                  <a:cubicBezTo>
                    <a:pt x="561975" y="7620"/>
                    <a:pt x="554355" y="0"/>
                    <a:pt x="545782" y="0"/>
                  </a:cubicBezTo>
                  <a:lnTo>
                    <a:pt x="54578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4121192" y="2163694"/>
              <a:ext cx="159274" cy="52254"/>
            </a:xfrm>
            <a:custGeom>
              <a:avLst/>
              <a:gdLst/>
              <a:ahLst/>
              <a:cxnLst/>
              <a:rect l="l" t="t" r="r" b="b"/>
              <a:pathLst>
                <a:path w="301942" h="99059" extrusionOk="0">
                  <a:moveTo>
                    <a:pt x="268605" y="99060"/>
                  </a:moveTo>
                  <a:lnTo>
                    <a:pt x="301943" y="0"/>
                  </a:lnTo>
                  <a:lnTo>
                    <a:pt x="16193" y="0"/>
                  </a:lnTo>
                  <a:cubicBezTo>
                    <a:pt x="6668" y="0"/>
                    <a:pt x="0" y="7620"/>
                    <a:pt x="0" y="16192"/>
                  </a:cubicBezTo>
                  <a:lnTo>
                    <a:pt x="0" y="98108"/>
                  </a:lnTo>
                  <a:lnTo>
                    <a:pt x="268605" y="98108"/>
                  </a:lnTo>
                  <a:close/>
                  <a:moveTo>
                    <a:pt x="214313" y="33338"/>
                  </a:moveTo>
                  <a:cubicBezTo>
                    <a:pt x="223838" y="33338"/>
                    <a:pt x="230505" y="40958"/>
                    <a:pt x="230505" y="49530"/>
                  </a:cubicBezTo>
                  <a:cubicBezTo>
                    <a:pt x="230505" y="58103"/>
                    <a:pt x="222885" y="65722"/>
                    <a:pt x="214313" y="65722"/>
                  </a:cubicBezTo>
                  <a:cubicBezTo>
                    <a:pt x="205740" y="65722"/>
                    <a:pt x="198120" y="58103"/>
                    <a:pt x="198120" y="49530"/>
                  </a:cubicBezTo>
                  <a:cubicBezTo>
                    <a:pt x="198120" y="40958"/>
                    <a:pt x="204788" y="33338"/>
                    <a:pt x="214313" y="33338"/>
                  </a:cubicBezTo>
                  <a:lnTo>
                    <a:pt x="214313" y="33338"/>
                  </a:lnTo>
                  <a:close/>
                  <a:moveTo>
                    <a:pt x="148590" y="33338"/>
                  </a:moveTo>
                  <a:cubicBezTo>
                    <a:pt x="158115" y="33338"/>
                    <a:pt x="164783" y="40958"/>
                    <a:pt x="164783" y="49530"/>
                  </a:cubicBezTo>
                  <a:cubicBezTo>
                    <a:pt x="164783" y="58103"/>
                    <a:pt x="157163" y="65722"/>
                    <a:pt x="148590" y="65722"/>
                  </a:cubicBezTo>
                  <a:cubicBezTo>
                    <a:pt x="140018" y="65722"/>
                    <a:pt x="132398" y="58103"/>
                    <a:pt x="132398" y="49530"/>
                  </a:cubicBezTo>
                  <a:cubicBezTo>
                    <a:pt x="132398" y="40958"/>
                    <a:pt x="139065" y="33338"/>
                    <a:pt x="148590" y="33338"/>
                  </a:cubicBezTo>
                  <a:lnTo>
                    <a:pt x="148590" y="33338"/>
                  </a:lnTo>
                  <a:close/>
                  <a:moveTo>
                    <a:pt x="82868" y="33338"/>
                  </a:moveTo>
                  <a:cubicBezTo>
                    <a:pt x="92393" y="33338"/>
                    <a:pt x="99060" y="40958"/>
                    <a:pt x="99060" y="49530"/>
                  </a:cubicBezTo>
                  <a:cubicBezTo>
                    <a:pt x="99060" y="58103"/>
                    <a:pt x="91440" y="65722"/>
                    <a:pt x="82868" y="65722"/>
                  </a:cubicBezTo>
                  <a:cubicBezTo>
                    <a:pt x="74295" y="65722"/>
                    <a:pt x="66675" y="58103"/>
                    <a:pt x="66675" y="49530"/>
                  </a:cubicBezTo>
                  <a:cubicBezTo>
                    <a:pt x="66675" y="40958"/>
                    <a:pt x="73343" y="33338"/>
                    <a:pt x="82868" y="33338"/>
                  </a:cubicBezTo>
                  <a:lnTo>
                    <a:pt x="82868" y="3333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4155941" y="2267940"/>
              <a:ext cx="225640" cy="173343"/>
            </a:xfrm>
            <a:custGeom>
              <a:avLst/>
              <a:gdLst/>
              <a:ahLst/>
              <a:cxnLst/>
              <a:rect l="l" t="t" r="r" b="b"/>
              <a:pathLst>
                <a:path w="427753" h="328612" extrusionOk="0">
                  <a:moveTo>
                    <a:pt x="411480" y="0"/>
                  </a:moveTo>
                  <a:lnTo>
                    <a:pt x="16193" y="0"/>
                  </a:lnTo>
                  <a:cubicBezTo>
                    <a:pt x="6668" y="0"/>
                    <a:pt x="0" y="7620"/>
                    <a:pt x="0" y="16192"/>
                  </a:cubicBezTo>
                  <a:lnTo>
                    <a:pt x="0" y="312420"/>
                  </a:lnTo>
                  <a:cubicBezTo>
                    <a:pt x="0" y="321945"/>
                    <a:pt x="7620" y="328613"/>
                    <a:pt x="16193" y="328613"/>
                  </a:cubicBezTo>
                  <a:lnTo>
                    <a:pt x="411480" y="328613"/>
                  </a:lnTo>
                  <a:cubicBezTo>
                    <a:pt x="421005" y="328613"/>
                    <a:pt x="427673" y="320992"/>
                    <a:pt x="427673" y="312420"/>
                  </a:cubicBezTo>
                  <a:lnTo>
                    <a:pt x="427673" y="16192"/>
                  </a:lnTo>
                  <a:cubicBezTo>
                    <a:pt x="428625" y="7620"/>
                    <a:pt x="421005" y="0"/>
                    <a:pt x="411480" y="0"/>
                  </a:cubicBezTo>
                  <a:lnTo>
                    <a:pt x="411480" y="0"/>
                  </a:lnTo>
                  <a:close/>
                  <a:moveTo>
                    <a:pt x="313373" y="49530"/>
                  </a:moveTo>
                  <a:cubicBezTo>
                    <a:pt x="322898" y="49530"/>
                    <a:pt x="329565" y="57150"/>
                    <a:pt x="329565" y="65723"/>
                  </a:cubicBezTo>
                  <a:cubicBezTo>
                    <a:pt x="329565" y="74295"/>
                    <a:pt x="321945" y="81915"/>
                    <a:pt x="313373" y="81915"/>
                  </a:cubicBezTo>
                  <a:cubicBezTo>
                    <a:pt x="304800" y="81915"/>
                    <a:pt x="297180" y="74295"/>
                    <a:pt x="297180" y="65723"/>
                  </a:cubicBezTo>
                  <a:cubicBezTo>
                    <a:pt x="297180" y="57150"/>
                    <a:pt x="303848" y="49530"/>
                    <a:pt x="313373" y="49530"/>
                  </a:cubicBezTo>
                  <a:lnTo>
                    <a:pt x="313373" y="49530"/>
                  </a:lnTo>
                  <a:close/>
                  <a:moveTo>
                    <a:pt x="247650" y="49530"/>
                  </a:moveTo>
                  <a:cubicBezTo>
                    <a:pt x="257175" y="49530"/>
                    <a:pt x="263843" y="57150"/>
                    <a:pt x="263843" y="65723"/>
                  </a:cubicBezTo>
                  <a:cubicBezTo>
                    <a:pt x="263843" y="74295"/>
                    <a:pt x="256223" y="81915"/>
                    <a:pt x="247650" y="81915"/>
                  </a:cubicBezTo>
                  <a:cubicBezTo>
                    <a:pt x="239077" y="81915"/>
                    <a:pt x="231457" y="74295"/>
                    <a:pt x="231457" y="65723"/>
                  </a:cubicBezTo>
                  <a:cubicBezTo>
                    <a:pt x="231457" y="57150"/>
                    <a:pt x="238125" y="49530"/>
                    <a:pt x="247650" y="49530"/>
                  </a:cubicBezTo>
                  <a:lnTo>
                    <a:pt x="247650" y="49530"/>
                  </a:lnTo>
                  <a:close/>
                  <a:moveTo>
                    <a:pt x="230505" y="132398"/>
                  </a:moveTo>
                  <a:cubicBezTo>
                    <a:pt x="230505" y="141923"/>
                    <a:pt x="222885" y="148590"/>
                    <a:pt x="214313" y="148590"/>
                  </a:cubicBezTo>
                  <a:lnTo>
                    <a:pt x="115252" y="148590"/>
                  </a:lnTo>
                  <a:cubicBezTo>
                    <a:pt x="105727" y="148590"/>
                    <a:pt x="99060" y="140970"/>
                    <a:pt x="99060" y="132398"/>
                  </a:cubicBezTo>
                  <a:cubicBezTo>
                    <a:pt x="99060" y="123825"/>
                    <a:pt x="106680" y="116205"/>
                    <a:pt x="115252" y="116205"/>
                  </a:cubicBezTo>
                  <a:lnTo>
                    <a:pt x="214313" y="116205"/>
                  </a:lnTo>
                  <a:cubicBezTo>
                    <a:pt x="223838" y="115253"/>
                    <a:pt x="230505" y="122873"/>
                    <a:pt x="230505" y="132398"/>
                  </a:cubicBezTo>
                  <a:lnTo>
                    <a:pt x="230505" y="132398"/>
                  </a:lnTo>
                  <a:close/>
                  <a:moveTo>
                    <a:pt x="82868" y="49530"/>
                  </a:moveTo>
                  <a:lnTo>
                    <a:pt x="180975" y="49530"/>
                  </a:lnTo>
                  <a:cubicBezTo>
                    <a:pt x="190500" y="49530"/>
                    <a:pt x="197168" y="57150"/>
                    <a:pt x="197168" y="65723"/>
                  </a:cubicBezTo>
                  <a:cubicBezTo>
                    <a:pt x="197168" y="74295"/>
                    <a:pt x="189548" y="81915"/>
                    <a:pt x="180975" y="81915"/>
                  </a:cubicBezTo>
                  <a:lnTo>
                    <a:pt x="81915" y="81915"/>
                  </a:lnTo>
                  <a:cubicBezTo>
                    <a:pt x="72390" y="81915"/>
                    <a:pt x="65723" y="74295"/>
                    <a:pt x="65723" y="65723"/>
                  </a:cubicBezTo>
                  <a:cubicBezTo>
                    <a:pt x="65723" y="57150"/>
                    <a:pt x="73343" y="49530"/>
                    <a:pt x="82868" y="49530"/>
                  </a:cubicBezTo>
                  <a:lnTo>
                    <a:pt x="82868" y="49530"/>
                  </a:lnTo>
                  <a:close/>
                  <a:moveTo>
                    <a:pt x="82868" y="181928"/>
                  </a:moveTo>
                  <a:cubicBezTo>
                    <a:pt x="92393" y="181928"/>
                    <a:pt x="99060" y="189548"/>
                    <a:pt x="99060" y="198120"/>
                  </a:cubicBezTo>
                  <a:cubicBezTo>
                    <a:pt x="99060" y="206692"/>
                    <a:pt x="91440" y="214313"/>
                    <a:pt x="82868" y="214313"/>
                  </a:cubicBezTo>
                  <a:cubicBezTo>
                    <a:pt x="74295" y="214313"/>
                    <a:pt x="66675" y="206692"/>
                    <a:pt x="66675" y="198120"/>
                  </a:cubicBezTo>
                  <a:cubicBezTo>
                    <a:pt x="66675" y="189548"/>
                    <a:pt x="73343" y="181928"/>
                    <a:pt x="82868" y="181928"/>
                  </a:cubicBezTo>
                  <a:lnTo>
                    <a:pt x="82868" y="181928"/>
                  </a:lnTo>
                  <a:close/>
                  <a:moveTo>
                    <a:pt x="180975" y="280035"/>
                  </a:moveTo>
                  <a:lnTo>
                    <a:pt x="81915" y="280035"/>
                  </a:lnTo>
                  <a:cubicBezTo>
                    <a:pt x="72390" y="280035"/>
                    <a:pt x="65723" y="272415"/>
                    <a:pt x="65723" y="263842"/>
                  </a:cubicBezTo>
                  <a:cubicBezTo>
                    <a:pt x="65723" y="255270"/>
                    <a:pt x="73343" y="247650"/>
                    <a:pt x="81915" y="247650"/>
                  </a:cubicBezTo>
                  <a:lnTo>
                    <a:pt x="180975" y="247650"/>
                  </a:lnTo>
                  <a:cubicBezTo>
                    <a:pt x="190500" y="247650"/>
                    <a:pt x="197168" y="255270"/>
                    <a:pt x="197168" y="263842"/>
                  </a:cubicBezTo>
                  <a:cubicBezTo>
                    <a:pt x="197168" y="272415"/>
                    <a:pt x="190500" y="280035"/>
                    <a:pt x="180975" y="280035"/>
                  </a:cubicBezTo>
                  <a:lnTo>
                    <a:pt x="180975" y="280035"/>
                  </a:lnTo>
                  <a:close/>
                  <a:moveTo>
                    <a:pt x="214313" y="214313"/>
                  </a:moveTo>
                  <a:lnTo>
                    <a:pt x="148590" y="214313"/>
                  </a:lnTo>
                  <a:cubicBezTo>
                    <a:pt x="139065" y="214313"/>
                    <a:pt x="132398" y="206692"/>
                    <a:pt x="132398" y="198120"/>
                  </a:cubicBezTo>
                  <a:cubicBezTo>
                    <a:pt x="132398" y="189548"/>
                    <a:pt x="140018" y="181928"/>
                    <a:pt x="148590" y="181928"/>
                  </a:cubicBezTo>
                  <a:lnTo>
                    <a:pt x="214313" y="181928"/>
                  </a:lnTo>
                  <a:cubicBezTo>
                    <a:pt x="223838" y="181928"/>
                    <a:pt x="230505" y="189548"/>
                    <a:pt x="230505" y="198120"/>
                  </a:cubicBezTo>
                  <a:cubicBezTo>
                    <a:pt x="230505" y="206692"/>
                    <a:pt x="223838" y="214313"/>
                    <a:pt x="214313" y="214313"/>
                  </a:cubicBezTo>
                  <a:lnTo>
                    <a:pt x="214313" y="214313"/>
                  </a:lnTo>
                  <a:close/>
                  <a:moveTo>
                    <a:pt x="313373" y="280035"/>
                  </a:moveTo>
                  <a:lnTo>
                    <a:pt x="247650" y="280035"/>
                  </a:lnTo>
                  <a:cubicBezTo>
                    <a:pt x="238125" y="280035"/>
                    <a:pt x="231457" y="272415"/>
                    <a:pt x="231457" y="263842"/>
                  </a:cubicBezTo>
                  <a:cubicBezTo>
                    <a:pt x="231457" y="255270"/>
                    <a:pt x="239077" y="247650"/>
                    <a:pt x="247650" y="247650"/>
                  </a:cubicBezTo>
                  <a:lnTo>
                    <a:pt x="313373" y="247650"/>
                  </a:lnTo>
                  <a:cubicBezTo>
                    <a:pt x="322898" y="247650"/>
                    <a:pt x="329565" y="255270"/>
                    <a:pt x="329565" y="263842"/>
                  </a:cubicBezTo>
                  <a:cubicBezTo>
                    <a:pt x="329565" y="272415"/>
                    <a:pt x="321945" y="280035"/>
                    <a:pt x="313373" y="280035"/>
                  </a:cubicBezTo>
                  <a:lnTo>
                    <a:pt x="313373" y="280035"/>
                  </a:lnTo>
                  <a:close/>
                  <a:moveTo>
                    <a:pt x="345757" y="214313"/>
                  </a:moveTo>
                  <a:lnTo>
                    <a:pt x="280035" y="214313"/>
                  </a:lnTo>
                  <a:cubicBezTo>
                    <a:pt x="270510" y="214313"/>
                    <a:pt x="263843" y="206692"/>
                    <a:pt x="263843" y="198120"/>
                  </a:cubicBezTo>
                  <a:cubicBezTo>
                    <a:pt x="263843" y="189548"/>
                    <a:pt x="271463" y="181928"/>
                    <a:pt x="280035" y="181928"/>
                  </a:cubicBezTo>
                  <a:lnTo>
                    <a:pt x="345757" y="181928"/>
                  </a:lnTo>
                  <a:cubicBezTo>
                    <a:pt x="355282" y="181928"/>
                    <a:pt x="361950" y="189548"/>
                    <a:pt x="361950" y="198120"/>
                  </a:cubicBezTo>
                  <a:cubicBezTo>
                    <a:pt x="361950" y="206692"/>
                    <a:pt x="355282" y="214313"/>
                    <a:pt x="345757" y="214313"/>
                  </a:cubicBezTo>
                  <a:lnTo>
                    <a:pt x="345757" y="21431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" name="Google Shape;1080;p44">
            <a:extLst>
              <a:ext uri="{FF2B5EF4-FFF2-40B4-BE49-F238E27FC236}">
                <a16:creationId xmlns:a16="http://schemas.microsoft.com/office/drawing/2014/main" id="{B4991688-3616-D9B6-9F96-7574F545E07B}"/>
              </a:ext>
            </a:extLst>
          </p:cNvPr>
          <p:cNvGrpSpPr/>
          <p:nvPr/>
        </p:nvGrpSpPr>
        <p:grpSpPr>
          <a:xfrm>
            <a:off x="1926350" y="3139839"/>
            <a:ext cx="295982" cy="278172"/>
            <a:chOff x="2755914" y="2163694"/>
            <a:chExt cx="295982" cy="278172"/>
          </a:xfrm>
        </p:grpSpPr>
        <p:sp>
          <p:nvSpPr>
            <p:cNvPr id="7" name="Google Shape;1081;p44">
              <a:extLst>
                <a:ext uri="{FF2B5EF4-FFF2-40B4-BE49-F238E27FC236}">
                  <a16:creationId xmlns:a16="http://schemas.microsoft.com/office/drawing/2014/main" id="{C8438452-460A-EC59-07EA-5E73D8E22B96}"/>
                </a:ext>
              </a:extLst>
            </p:cNvPr>
            <p:cNvSpPr/>
            <p:nvPr/>
          </p:nvSpPr>
          <p:spPr>
            <a:xfrm>
              <a:off x="2791166" y="2302689"/>
              <a:ext cx="225613" cy="139177"/>
            </a:xfrm>
            <a:custGeom>
              <a:avLst/>
              <a:gdLst/>
              <a:ahLst/>
              <a:cxnLst/>
              <a:rect l="l" t="t" r="r" b="b"/>
              <a:pathLst>
                <a:path w="427703" h="263842" extrusionOk="0">
                  <a:moveTo>
                    <a:pt x="378143" y="105727"/>
                  </a:moveTo>
                  <a:cubicBezTo>
                    <a:pt x="373380" y="72390"/>
                    <a:pt x="342900" y="46672"/>
                    <a:pt x="308610" y="49530"/>
                  </a:cubicBezTo>
                  <a:cubicBezTo>
                    <a:pt x="287655" y="19050"/>
                    <a:pt x="252413" y="0"/>
                    <a:pt x="214313" y="0"/>
                  </a:cubicBezTo>
                  <a:cubicBezTo>
                    <a:pt x="176213" y="0"/>
                    <a:pt x="141922" y="19050"/>
                    <a:pt x="120015" y="49530"/>
                  </a:cubicBezTo>
                  <a:cubicBezTo>
                    <a:pt x="85725" y="46672"/>
                    <a:pt x="56197" y="71438"/>
                    <a:pt x="50482" y="105727"/>
                  </a:cubicBezTo>
                  <a:cubicBezTo>
                    <a:pt x="20003" y="118110"/>
                    <a:pt x="0" y="147638"/>
                    <a:pt x="0" y="181927"/>
                  </a:cubicBezTo>
                  <a:cubicBezTo>
                    <a:pt x="0" y="227647"/>
                    <a:pt x="37147" y="263842"/>
                    <a:pt x="81915" y="263842"/>
                  </a:cubicBezTo>
                  <a:lnTo>
                    <a:pt x="345757" y="263842"/>
                  </a:lnTo>
                  <a:cubicBezTo>
                    <a:pt x="391478" y="263842"/>
                    <a:pt x="427672" y="226695"/>
                    <a:pt x="427672" y="181927"/>
                  </a:cubicBezTo>
                  <a:cubicBezTo>
                    <a:pt x="428625" y="147638"/>
                    <a:pt x="407670" y="118110"/>
                    <a:pt x="378143" y="105727"/>
                  </a:cubicBezTo>
                  <a:lnTo>
                    <a:pt x="378143" y="105727"/>
                  </a:lnTo>
                  <a:close/>
                  <a:moveTo>
                    <a:pt x="259080" y="160020"/>
                  </a:moveTo>
                  <a:cubicBezTo>
                    <a:pt x="252413" y="166688"/>
                    <a:pt x="241935" y="166688"/>
                    <a:pt x="236220" y="160020"/>
                  </a:cubicBezTo>
                  <a:lnTo>
                    <a:pt x="231457" y="155257"/>
                  </a:lnTo>
                  <a:lnTo>
                    <a:pt x="231457" y="180975"/>
                  </a:lnTo>
                  <a:cubicBezTo>
                    <a:pt x="231457" y="190500"/>
                    <a:pt x="223838" y="197167"/>
                    <a:pt x="215265" y="197167"/>
                  </a:cubicBezTo>
                  <a:cubicBezTo>
                    <a:pt x="205740" y="197167"/>
                    <a:pt x="199072" y="189547"/>
                    <a:pt x="199072" y="180975"/>
                  </a:cubicBezTo>
                  <a:lnTo>
                    <a:pt x="199072" y="155257"/>
                  </a:lnTo>
                  <a:lnTo>
                    <a:pt x="194310" y="160020"/>
                  </a:lnTo>
                  <a:cubicBezTo>
                    <a:pt x="187643" y="166688"/>
                    <a:pt x="177165" y="166688"/>
                    <a:pt x="171450" y="160020"/>
                  </a:cubicBezTo>
                  <a:cubicBezTo>
                    <a:pt x="164782" y="153352"/>
                    <a:pt x="164782" y="142875"/>
                    <a:pt x="171450" y="137160"/>
                  </a:cubicBezTo>
                  <a:lnTo>
                    <a:pt x="204788" y="103822"/>
                  </a:lnTo>
                  <a:cubicBezTo>
                    <a:pt x="211455" y="97155"/>
                    <a:pt x="221932" y="97155"/>
                    <a:pt x="227647" y="103822"/>
                  </a:cubicBezTo>
                  <a:lnTo>
                    <a:pt x="260985" y="137160"/>
                  </a:lnTo>
                  <a:cubicBezTo>
                    <a:pt x="265747" y="143827"/>
                    <a:pt x="265747" y="154305"/>
                    <a:pt x="259080" y="160020"/>
                  </a:cubicBezTo>
                  <a:lnTo>
                    <a:pt x="259080" y="1600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082;p44">
              <a:extLst>
                <a:ext uri="{FF2B5EF4-FFF2-40B4-BE49-F238E27FC236}">
                  <a16:creationId xmlns:a16="http://schemas.microsoft.com/office/drawing/2014/main" id="{04B25B0E-CDB3-1F99-3C8B-B40BE64AA18B}"/>
                </a:ext>
              </a:extLst>
            </p:cNvPr>
            <p:cNvSpPr/>
            <p:nvPr/>
          </p:nvSpPr>
          <p:spPr>
            <a:xfrm>
              <a:off x="2756417" y="2163694"/>
              <a:ext cx="159274" cy="52254"/>
            </a:xfrm>
            <a:custGeom>
              <a:avLst/>
              <a:gdLst/>
              <a:ahLst/>
              <a:cxnLst/>
              <a:rect l="l" t="t" r="r" b="b"/>
              <a:pathLst>
                <a:path w="301942" h="99059" extrusionOk="0">
                  <a:moveTo>
                    <a:pt x="268605" y="99060"/>
                  </a:moveTo>
                  <a:lnTo>
                    <a:pt x="301942" y="0"/>
                  </a:lnTo>
                  <a:lnTo>
                    <a:pt x="16192" y="0"/>
                  </a:lnTo>
                  <a:cubicBezTo>
                    <a:pt x="6667" y="0"/>
                    <a:pt x="0" y="7620"/>
                    <a:pt x="0" y="16192"/>
                  </a:cubicBezTo>
                  <a:lnTo>
                    <a:pt x="0" y="98108"/>
                  </a:lnTo>
                  <a:lnTo>
                    <a:pt x="268605" y="98108"/>
                  </a:lnTo>
                  <a:close/>
                  <a:moveTo>
                    <a:pt x="214313" y="33338"/>
                  </a:moveTo>
                  <a:cubicBezTo>
                    <a:pt x="223838" y="33338"/>
                    <a:pt x="230505" y="40958"/>
                    <a:pt x="230505" y="49530"/>
                  </a:cubicBezTo>
                  <a:cubicBezTo>
                    <a:pt x="230505" y="58103"/>
                    <a:pt x="222885" y="65722"/>
                    <a:pt x="214313" y="65722"/>
                  </a:cubicBezTo>
                  <a:cubicBezTo>
                    <a:pt x="205740" y="65722"/>
                    <a:pt x="198120" y="58103"/>
                    <a:pt x="198120" y="49530"/>
                  </a:cubicBezTo>
                  <a:cubicBezTo>
                    <a:pt x="198120" y="40958"/>
                    <a:pt x="204788" y="33338"/>
                    <a:pt x="214313" y="33338"/>
                  </a:cubicBezTo>
                  <a:lnTo>
                    <a:pt x="214313" y="33338"/>
                  </a:lnTo>
                  <a:close/>
                  <a:moveTo>
                    <a:pt x="148590" y="33338"/>
                  </a:moveTo>
                  <a:cubicBezTo>
                    <a:pt x="158115" y="33338"/>
                    <a:pt x="164782" y="40958"/>
                    <a:pt x="164782" y="49530"/>
                  </a:cubicBezTo>
                  <a:cubicBezTo>
                    <a:pt x="164782" y="58103"/>
                    <a:pt x="157163" y="65722"/>
                    <a:pt x="148590" y="65722"/>
                  </a:cubicBezTo>
                  <a:cubicBezTo>
                    <a:pt x="139065" y="65722"/>
                    <a:pt x="132397" y="58103"/>
                    <a:pt x="132397" y="49530"/>
                  </a:cubicBezTo>
                  <a:cubicBezTo>
                    <a:pt x="132397" y="40958"/>
                    <a:pt x="139065" y="33338"/>
                    <a:pt x="148590" y="33338"/>
                  </a:cubicBezTo>
                  <a:lnTo>
                    <a:pt x="148590" y="33338"/>
                  </a:lnTo>
                  <a:close/>
                  <a:moveTo>
                    <a:pt x="82867" y="33338"/>
                  </a:moveTo>
                  <a:cubicBezTo>
                    <a:pt x="92392" y="33338"/>
                    <a:pt x="99060" y="40958"/>
                    <a:pt x="99060" y="49530"/>
                  </a:cubicBezTo>
                  <a:cubicBezTo>
                    <a:pt x="99060" y="58103"/>
                    <a:pt x="91440" y="65722"/>
                    <a:pt x="82867" y="65722"/>
                  </a:cubicBezTo>
                  <a:cubicBezTo>
                    <a:pt x="73342" y="65722"/>
                    <a:pt x="66675" y="58103"/>
                    <a:pt x="66675" y="49530"/>
                  </a:cubicBezTo>
                  <a:cubicBezTo>
                    <a:pt x="66675" y="40958"/>
                    <a:pt x="73342" y="33338"/>
                    <a:pt x="82867" y="33338"/>
                  </a:cubicBezTo>
                  <a:lnTo>
                    <a:pt x="82867" y="3333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083;p44">
              <a:extLst>
                <a:ext uri="{FF2B5EF4-FFF2-40B4-BE49-F238E27FC236}">
                  <a16:creationId xmlns:a16="http://schemas.microsoft.com/office/drawing/2014/main" id="{405BD4B5-848F-B562-E606-BF7121688ABD}"/>
                </a:ext>
              </a:extLst>
            </p:cNvPr>
            <p:cNvSpPr/>
            <p:nvPr/>
          </p:nvSpPr>
          <p:spPr>
            <a:xfrm>
              <a:off x="2755914" y="2163694"/>
              <a:ext cx="295982" cy="208514"/>
            </a:xfrm>
            <a:custGeom>
              <a:avLst/>
              <a:gdLst/>
              <a:ahLst/>
              <a:cxnLst/>
              <a:rect l="l" t="t" r="r" b="b"/>
              <a:pathLst>
                <a:path w="561103" h="395287" extrusionOk="0">
                  <a:moveTo>
                    <a:pt x="545782" y="0"/>
                  </a:moveTo>
                  <a:lnTo>
                    <a:pt x="337185" y="0"/>
                  </a:lnTo>
                  <a:lnTo>
                    <a:pt x="297180" y="120015"/>
                  </a:lnTo>
                  <a:cubicBezTo>
                    <a:pt x="295275" y="126683"/>
                    <a:pt x="288607" y="131445"/>
                    <a:pt x="281940" y="131445"/>
                  </a:cubicBezTo>
                  <a:lnTo>
                    <a:pt x="0" y="131445"/>
                  </a:lnTo>
                  <a:lnTo>
                    <a:pt x="0" y="378142"/>
                  </a:lnTo>
                  <a:cubicBezTo>
                    <a:pt x="0" y="387667"/>
                    <a:pt x="7620" y="394335"/>
                    <a:pt x="16193" y="394335"/>
                  </a:cubicBezTo>
                  <a:lnTo>
                    <a:pt x="44768" y="394335"/>
                  </a:lnTo>
                  <a:cubicBezTo>
                    <a:pt x="54293" y="374333"/>
                    <a:pt x="69532" y="357188"/>
                    <a:pt x="88582" y="345758"/>
                  </a:cubicBezTo>
                  <a:cubicBezTo>
                    <a:pt x="100965" y="309563"/>
                    <a:pt x="132397" y="283845"/>
                    <a:pt x="169545" y="280035"/>
                  </a:cubicBezTo>
                  <a:cubicBezTo>
                    <a:pt x="197168" y="248603"/>
                    <a:pt x="237172" y="230505"/>
                    <a:pt x="280035" y="230505"/>
                  </a:cubicBezTo>
                  <a:cubicBezTo>
                    <a:pt x="321945" y="230505"/>
                    <a:pt x="362903" y="248603"/>
                    <a:pt x="390525" y="280988"/>
                  </a:cubicBezTo>
                  <a:cubicBezTo>
                    <a:pt x="427672" y="285750"/>
                    <a:pt x="460057" y="311467"/>
                    <a:pt x="472440" y="346710"/>
                  </a:cubicBezTo>
                  <a:cubicBezTo>
                    <a:pt x="491490" y="358140"/>
                    <a:pt x="506730" y="375285"/>
                    <a:pt x="516255" y="395288"/>
                  </a:cubicBezTo>
                  <a:lnTo>
                    <a:pt x="544830" y="395288"/>
                  </a:lnTo>
                  <a:cubicBezTo>
                    <a:pt x="554355" y="395288"/>
                    <a:pt x="561022" y="387667"/>
                    <a:pt x="561022" y="379095"/>
                  </a:cubicBezTo>
                  <a:lnTo>
                    <a:pt x="561022" y="17145"/>
                  </a:lnTo>
                  <a:cubicBezTo>
                    <a:pt x="561975" y="7620"/>
                    <a:pt x="554355" y="0"/>
                    <a:pt x="545782" y="0"/>
                  </a:cubicBezTo>
                  <a:lnTo>
                    <a:pt x="545782" y="0"/>
                  </a:lnTo>
                  <a:close/>
                  <a:moveTo>
                    <a:pt x="445770" y="197167"/>
                  </a:moveTo>
                  <a:lnTo>
                    <a:pt x="116205" y="197167"/>
                  </a:lnTo>
                  <a:cubicBezTo>
                    <a:pt x="106680" y="197167"/>
                    <a:pt x="100013" y="189547"/>
                    <a:pt x="100013" y="180975"/>
                  </a:cubicBezTo>
                  <a:cubicBezTo>
                    <a:pt x="100013" y="172403"/>
                    <a:pt x="107632" y="164783"/>
                    <a:pt x="116205" y="164783"/>
                  </a:cubicBezTo>
                  <a:lnTo>
                    <a:pt x="445770" y="164783"/>
                  </a:lnTo>
                  <a:cubicBezTo>
                    <a:pt x="455295" y="164783"/>
                    <a:pt x="461963" y="172403"/>
                    <a:pt x="461963" y="180975"/>
                  </a:cubicBezTo>
                  <a:cubicBezTo>
                    <a:pt x="461963" y="189547"/>
                    <a:pt x="454343" y="197167"/>
                    <a:pt x="445770" y="197167"/>
                  </a:cubicBezTo>
                  <a:lnTo>
                    <a:pt x="445770" y="19716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>
          <a:extLst>
            <a:ext uri="{FF2B5EF4-FFF2-40B4-BE49-F238E27FC236}">
              <a16:creationId xmlns:a16="http://schemas.microsoft.com/office/drawing/2014/main" id="{7A24D180-6B9F-46C8-2955-324776A64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>
            <a:extLst>
              <a:ext uri="{FF2B5EF4-FFF2-40B4-BE49-F238E27FC236}">
                <a16:creationId xmlns:a16="http://schemas.microsoft.com/office/drawing/2014/main" id="{52038D7A-BE9F-F371-E2C4-B1CA4C2ED1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Historie IIS</a:t>
            </a:r>
            <a:endParaRPr lang="en-US" dirty="0"/>
          </a:p>
        </p:txBody>
      </p:sp>
      <p:sp>
        <p:nvSpPr>
          <p:cNvPr id="413" name="Google Shape;413;p30">
            <a:extLst>
              <a:ext uri="{FF2B5EF4-FFF2-40B4-BE49-F238E27FC236}">
                <a16:creationId xmlns:a16="http://schemas.microsoft.com/office/drawing/2014/main" id="{71B1CACF-28F0-CDC9-81DE-0753455EB68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406886" y="1551428"/>
            <a:ext cx="4854000" cy="11135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Historie sahá až do 90. let, kdy byl implementován do různých verzí operačního systému Windows NT.</a:t>
            </a:r>
          </a:p>
        </p:txBody>
      </p:sp>
      <p:sp>
        <p:nvSpPr>
          <p:cNvPr id="414" name="Google Shape;414;p30">
            <a:extLst>
              <a:ext uri="{FF2B5EF4-FFF2-40B4-BE49-F238E27FC236}">
                <a16:creationId xmlns:a16="http://schemas.microsoft.com/office/drawing/2014/main" id="{DFF69116-CBC3-611F-AB8F-FF8F9954236F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363650" y="3078329"/>
            <a:ext cx="4854000" cy="10394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Postupně se vyvíjel a integroval s různými Windows Server, přinášející nové funkce a vylepšení.</a:t>
            </a:r>
          </a:p>
        </p:txBody>
      </p:sp>
      <p:grpSp>
        <p:nvGrpSpPr>
          <p:cNvPr id="2" name="Google Shape;1110;p44">
            <a:extLst>
              <a:ext uri="{FF2B5EF4-FFF2-40B4-BE49-F238E27FC236}">
                <a16:creationId xmlns:a16="http://schemas.microsoft.com/office/drawing/2014/main" id="{D239C7BE-D209-B263-48F2-443FC1556710}"/>
              </a:ext>
            </a:extLst>
          </p:cNvPr>
          <p:cNvGrpSpPr/>
          <p:nvPr/>
        </p:nvGrpSpPr>
        <p:grpSpPr>
          <a:xfrm>
            <a:off x="1979365" y="1685785"/>
            <a:ext cx="208012" cy="295939"/>
            <a:chOff x="7540179" y="2153621"/>
            <a:chExt cx="208012" cy="295939"/>
          </a:xfrm>
        </p:grpSpPr>
        <p:sp>
          <p:nvSpPr>
            <p:cNvPr id="3" name="Google Shape;1111;p44">
              <a:extLst>
                <a:ext uri="{FF2B5EF4-FFF2-40B4-BE49-F238E27FC236}">
                  <a16:creationId xmlns:a16="http://schemas.microsoft.com/office/drawing/2014/main" id="{13809780-BFB4-48EE-BACE-EF586C147A4D}"/>
                </a:ext>
              </a:extLst>
            </p:cNvPr>
            <p:cNvSpPr/>
            <p:nvPr/>
          </p:nvSpPr>
          <p:spPr>
            <a:xfrm>
              <a:off x="7679678" y="2158658"/>
              <a:ext cx="64313" cy="64313"/>
            </a:xfrm>
            <a:custGeom>
              <a:avLst/>
              <a:gdLst/>
              <a:ahLst/>
              <a:cxnLst/>
              <a:rect l="l" t="t" r="r" b="b"/>
              <a:pathLst>
                <a:path w="121920" h="121920" extrusionOk="0">
                  <a:moveTo>
                    <a:pt x="16193" y="121920"/>
                  </a:moveTo>
                  <a:lnTo>
                    <a:pt x="121920" y="121920"/>
                  </a:lnTo>
                  <a:lnTo>
                    <a:pt x="0" y="0"/>
                  </a:lnTo>
                  <a:lnTo>
                    <a:pt x="0" y="105728"/>
                  </a:lnTo>
                  <a:cubicBezTo>
                    <a:pt x="0" y="115253"/>
                    <a:pt x="6668" y="121920"/>
                    <a:pt x="16193" y="121920"/>
                  </a:cubicBezTo>
                  <a:lnTo>
                    <a:pt x="16193" y="1219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112;p44">
              <a:extLst>
                <a:ext uri="{FF2B5EF4-FFF2-40B4-BE49-F238E27FC236}">
                  <a16:creationId xmlns:a16="http://schemas.microsoft.com/office/drawing/2014/main" id="{3ACC9318-7C4D-82B8-FE2B-1C1AC5591BDF}"/>
                </a:ext>
              </a:extLst>
            </p:cNvPr>
            <p:cNvSpPr/>
            <p:nvPr/>
          </p:nvSpPr>
          <p:spPr>
            <a:xfrm>
              <a:off x="7540179" y="2153621"/>
              <a:ext cx="208012" cy="295939"/>
            </a:xfrm>
            <a:custGeom>
              <a:avLst/>
              <a:gdLst/>
              <a:ahLst/>
              <a:cxnLst/>
              <a:rect l="l" t="t" r="r" b="b"/>
              <a:pathLst>
                <a:path w="394335" h="561022" extrusionOk="0">
                  <a:moveTo>
                    <a:pt x="280035" y="164783"/>
                  </a:moveTo>
                  <a:cubicBezTo>
                    <a:pt x="252413" y="164783"/>
                    <a:pt x="230505" y="142875"/>
                    <a:pt x="230505" y="115253"/>
                  </a:cubicBezTo>
                  <a:lnTo>
                    <a:pt x="230505" y="0"/>
                  </a:lnTo>
                  <a:lnTo>
                    <a:pt x="16192" y="0"/>
                  </a:lnTo>
                  <a:cubicBezTo>
                    <a:pt x="6667" y="0"/>
                    <a:pt x="0" y="7620"/>
                    <a:pt x="0" y="16192"/>
                  </a:cubicBezTo>
                  <a:lnTo>
                    <a:pt x="0" y="544830"/>
                  </a:lnTo>
                  <a:cubicBezTo>
                    <a:pt x="0" y="554355"/>
                    <a:pt x="7620" y="561022"/>
                    <a:pt x="16192" y="561022"/>
                  </a:cubicBezTo>
                  <a:lnTo>
                    <a:pt x="378142" y="561022"/>
                  </a:lnTo>
                  <a:cubicBezTo>
                    <a:pt x="387667" y="561022"/>
                    <a:pt x="394335" y="553403"/>
                    <a:pt x="394335" y="544830"/>
                  </a:cubicBezTo>
                  <a:lnTo>
                    <a:pt x="394335" y="163830"/>
                  </a:lnTo>
                  <a:lnTo>
                    <a:pt x="280035" y="163830"/>
                  </a:lnTo>
                  <a:close/>
                  <a:moveTo>
                    <a:pt x="99060" y="461963"/>
                  </a:moveTo>
                  <a:cubicBezTo>
                    <a:pt x="89535" y="461963"/>
                    <a:pt x="82867" y="454342"/>
                    <a:pt x="82867" y="445770"/>
                  </a:cubicBezTo>
                  <a:cubicBezTo>
                    <a:pt x="82867" y="437197"/>
                    <a:pt x="90488" y="429578"/>
                    <a:pt x="99060" y="429578"/>
                  </a:cubicBezTo>
                  <a:cubicBezTo>
                    <a:pt x="107633" y="429578"/>
                    <a:pt x="115252" y="437197"/>
                    <a:pt x="115252" y="445770"/>
                  </a:cubicBezTo>
                  <a:cubicBezTo>
                    <a:pt x="115252" y="454342"/>
                    <a:pt x="107633" y="461963"/>
                    <a:pt x="99060" y="461963"/>
                  </a:cubicBezTo>
                  <a:lnTo>
                    <a:pt x="99060" y="461963"/>
                  </a:lnTo>
                  <a:close/>
                  <a:moveTo>
                    <a:pt x="99060" y="396240"/>
                  </a:moveTo>
                  <a:cubicBezTo>
                    <a:pt x="89535" y="396240"/>
                    <a:pt x="82867" y="388620"/>
                    <a:pt x="82867" y="380047"/>
                  </a:cubicBezTo>
                  <a:cubicBezTo>
                    <a:pt x="82867" y="371475"/>
                    <a:pt x="90488" y="363855"/>
                    <a:pt x="99060" y="363855"/>
                  </a:cubicBezTo>
                  <a:cubicBezTo>
                    <a:pt x="107633" y="363855"/>
                    <a:pt x="115252" y="371475"/>
                    <a:pt x="115252" y="380047"/>
                  </a:cubicBezTo>
                  <a:cubicBezTo>
                    <a:pt x="115252" y="388620"/>
                    <a:pt x="107633" y="396240"/>
                    <a:pt x="99060" y="396240"/>
                  </a:cubicBezTo>
                  <a:lnTo>
                    <a:pt x="99060" y="396240"/>
                  </a:lnTo>
                  <a:close/>
                  <a:moveTo>
                    <a:pt x="99060" y="330517"/>
                  </a:moveTo>
                  <a:cubicBezTo>
                    <a:pt x="89535" y="330517"/>
                    <a:pt x="82867" y="322897"/>
                    <a:pt x="82867" y="314325"/>
                  </a:cubicBezTo>
                  <a:cubicBezTo>
                    <a:pt x="82867" y="305753"/>
                    <a:pt x="90488" y="298133"/>
                    <a:pt x="99060" y="298133"/>
                  </a:cubicBezTo>
                  <a:cubicBezTo>
                    <a:pt x="107633" y="298133"/>
                    <a:pt x="115252" y="305753"/>
                    <a:pt x="115252" y="314325"/>
                  </a:cubicBezTo>
                  <a:cubicBezTo>
                    <a:pt x="115252" y="322897"/>
                    <a:pt x="107633" y="330517"/>
                    <a:pt x="99060" y="330517"/>
                  </a:cubicBezTo>
                  <a:lnTo>
                    <a:pt x="99060" y="330517"/>
                  </a:lnTo>
                  <a:close/>
                  <a:moveTo>
                    <a:pt x="99060" y="264795"/>
                  </a:moveTo>
                  <a:cubicBezTo>
                    <a:pt x="89535" y="264795"/>
                    <a:pt x="82867" y="257175"/>
                    <a:pt x="82867" y="248603"/>
                  </a:cubicBezTo>
                  <a:cubicBezTo>
                    <a:pt x="82867" y="240030"/>
                    <a:pt x="90488" y="232410"/>
                    <a:pt x="99060" y="232410"/>
                  </a:cubicBezTo>
                  <a:cubicBezTo>
                    <a:pt x="107633" y="232410"/>
                    <a:pt x="115252" y="240030"/>
                    <a:pt x="115252" y="248603"/>
                  </a:cubicBezTo>
                  <a:cubicBezTo>
                    <a:pt x="115252" y="257175"/>
                    <a:pt x="107633" y="264795"/>
                    <a:pt x="99060" y="264795"/>
                  </a:cubicBezTo>
                  <a:lnTo>
                    <a:pt x="99060" y="264795"/>
                  </a:lnTo>
                  <a:close/>
                  <a:moveTo>
                    <a:pt x="296227" y="461963"/>
                  </a:moveTo>
                  <a:lnTo>
                    <a:pt x="164783" y="461963"/>
                  </a:lnTo>
                  <a:cubicBezTo>
                    <a:pt x="155258" y="461963"/>
                    <a:pt x="148590" y="454342"/>
                    <a:pt x="148590" y="445770"/>
                  </a:cubicBezTo>
                  <a:cubicBezTo>
                    <a:pt x="148590" y="437197"/>
                    <a:pt x="156210" y="429578"/>
                    <a:pt x="164783" y="429578"/>
                  </a:cubicBezTo>
                  <a:lnTo>
                    <a:pt x="296227" y="429578"/>
                  </a:lnTo>
                  <a:cubicBezTo>
                    <a:pt x="305752" y="429578"/>
                    <a:pt x="312420" y="437197"/>
                    <a:pt x="312420" y="445770"/>
                  </a:cubicBezTo>
                  <a:cubicBezTo>
                    <a:pt x="312420" y="454342"/>
                    <a:pt x="305752" y="461963"/>
                    <a:pt x="296227" y="461963"/>
                  </a:cubicBezTo>
                  <a:lnTo>
                    <a:pt x="296227" y="461963"/>
                  </a:lnTo>
                  <a:close/>
                  <a:moveTo>
                    <a:pt x="296227" y="396240"/>
                  </a:moveTo>
                  <a:lnTo>
                    <a:pt x="164783" y="396240"/>
                  </a:lnTo>
                  <a:cubicBezTo>
                    <a:pt x="155258" y="396240"/>
                    <a:pt x="148590" y="388620"/>
                    <a:pt x="148590" y="380047"/>
                  </a:cubicBezTo>
                  <a:cubicBezTo>
                    <a:pt x="148590" y="371475"/>
                    <a:pt x="156210" y="363855"/>
                    <a:pt x="164783" y="363855"/>
                  </a:cubicBezTo>
                  <a:lnTo>
                    <a:pt x="296227" y="363855"/>
                  </a:lnTo>
                  <a:cubicBezTo>
                    <a:pt x="305752" y="363855"/>
                    <a:pt x="312420" y="371475"/>
                    <a:pt x="312420" y="380047"/>
                  </a:cubicBezTo>
                  <a:cubicBezTo>
                    <a:pt x="312420" y="388620"/>
                    <a:pt x="305752" y="396240"/>
                    <a:pt x="296227" y="396240"/>
                  </a:cubicBezTo>
                  <a:lnTo>
                    <a:pt x="296227" y="396240"/>
                  </a:lnTo>
                  <a:close/>
                  <a:moveTo>
                    <a:pt x="296227" y="330517"/>
                  </a:moveTo>
                  <a:lnTo>
                    <a:pt x="164783" y="330517"/>
                  </a:lnTo>
                  <a:cubicBezTo>
                    <a:pt x="155258" y="330517"/>
                    <a:pt x="148590" y="322897"/>
                    <a:pt x="148590" y="314325"/>
                  </a:cubicBezTo>
                  <a:cubicBezTo>
                    <a:pt x="148590" y="305753"/>
                    <a:pt x="156210" y="298133"/>
                    <a:pt x="164783" y="298133"/>
                  </a:cubicBezTo>
                  <a:lnTo>
                    <a:pt x="296227" y="298133"/>
                  </a:lnTo>
                  <a:cubicBezTo>
                    <a:pt x="305752" y="298133"/>
                    <a:pt x="312420" y="305753"/>
                    <a:pt x="312420" y="314325"/>
                  </a:cubicBezTo>
                  <a:cubicBezTo>
                    <a:pt x="312420" y="322897"/>
                    <a:pt x="305752" y="330517"/>
                    <a:pt x="296227" y="330517"/>
                  </a:cubicBezTo>
                  <a:lnTo>
                    <a:pt x="296227" y="330517"/>
                  </a:lnTo>
                  <a:close/>
                  <a:moveTo>
                    <a:pt x="296227" y="264795"/>
                  </a:moveTo>
                  <a:lnTo>
                    <a:pt x="164783" y="264795"/>
                  </a:lnTo>
                  <a:cubicBezTo>
                    <a:pt x="155258" y="264795"/>
                    <a:pt x="148590" y="257175"/>
                    <a:pt x="148590" y="248603"/>
                  </a:cubicBezTo>
                  <a:cubicBezTo>
                    <a:pt x="148590" y="240030"/>
                    <a:pt x="156210" y="232410"/>
                    <a:pt x="164783" y="232410"/>
                  </a:cubicBezTo>
                  <a:lnTo>
                    <a:pt x="296227" y="232410"/>
                  </a:lnTo>
                  <a:cubicBezTo>
                    <a:pt x="305752" y="232410"/>
                    <a:pt x="312420" y="240030"/>
                    <a:pt x="312420" y="248603"/>
                  </a:cubicBezTo>
                  <a:cubicBezTo>
                    <a:pt x="312420" y="257175"/>
                    <a:pt x="305752" y="264795"/>
                    <a:pt x="296227" y="264795"/>
                  </a:cubicBezTo>
                  <a:lnTo>
                    <a:pt x="296227" y="26479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oogle Shape;1197;p44">
            <a:extLst>
              <a:ext uri="{FF2B5EF4-FFF2-40B4-BE49-F238E27FC236}">
                <a16:creationId xmlns:a16="http://schemas.microsoft.com/office/drawing/2014/main" id="{5CF875B6-B4E5-4F5D-F0DB-B6BE63071CD9}"/>
              </a:ext>
            </a:extLst>
          </p:cNvPr>
          <p:cNvGrpSpPr/>
          <p:nvPr/>
        </p:nvGrpSpPr>
        <p:grpSpPr>
          <a:xfrm>
            <a:off x="1886735" y="3161777"/>
            <a:ext cx="296442" cy="296826"/>
            <a:chOff x="4815666" y="3498247"/>
            <a:chExt cx="296442" cy="296826"/>
          </a:xfrm>
        </p:grpSpPr>
        <p:sp>
          <p:nvSpPr>
            <p:cNvPr id="6" name="Google Shape;1198;p44">
              <a:extLst>
                <a:ext uri="{FF2B5EF4-FFF2-40B4-BE49-F238E27FC236}">
                  <a16:creationId xmlns:a16="http://schemas.microsoft.com/office/drawing/2014/main" id="{CC8C0E93-E6EE-CC01-664C-7FD0EFBFAFBC}"/>
                </a:ext>
              </a:extLst>
            </p:cNvPr>
            <p:cNvSpPr/>
            <p:nvPr/>
          </p:nvSpPr>
          <p:spPr>
            <a:xfrm>
              <a:off x="4815666" y="3498247"/>
              <a:ext cx="158772" cy="52254"/>
            </a:xfrm>
            <a:custGeom>
              <a:avLst/>
              <a:gdLst/>
              <a:ahLst/>
              <a:cxnLst/>
              <a:rect l="l" t="t" r="r" b="b"/>
              <a:pathLst>
                <a:path w="300989" h="99059" extrusionOk="0">
                  <a:moveTo>
                    <a:pt x="267652" y="99060"/>
                  </a:moveTo>
                  <a:lnTo>
                    <a:pt x="300990" y="0"/>
                  </a:lnTo>
                  <a:lnTo>
                    <a:pt x="16193" y="0"/>
                  </a:lnTo>
                  <a:cubicBezTo>
                    <a:pt x="6668" y="0"/>
                    <a:pt x="0" y="7620"/>
                    <a:pt x="0" y="16193"/>
                  </a:cubicBezTo>
                  <a:lnTo>
                    <a:pt x="0" y="98107"/>
                  </a:lnTo>
                  <a:lnTo>
                    <a:pt x="267652" y="98107"/>
                  </a:lnTo>
                  <a:close/>
                  <a:moveTo>
                    <a:pt x="214313" y="33338"/>
                  </a:moveTo>
                  <a:cubicBezTo>
                    <a:pt x="223838" y="33338"/>
                    <a:pt x="230505" y="40957"/>
                    <a:pt x="230505" y="49530"/>
                  </a:cubicBezTo>
                  <a:cubicBezTo>
                    <a:pt x="230505" y="59055"/>
                    <a:pt x="222885" y="65722"/>
                    <a:pt x="214313" y="65722"/>
                  </a:cubicBezTo>
                  <a:cubicBezTo>
                    <a:pt x="205740" y="65722"/>
                    <a:pt x="198120" y="58103"/>
                    <a:pt x="198120" y="49530"/>
                  </a:cubicBezTo>
                  <a:cubicBezTo>
                    <a:pt x="197168" y="40005"/>
                    <a:pt x="204788" y="33338"/>
                    <a:pt x="214313" y="33338"/>
                  </a:cubicBezTo>
                  <a:lnTo>
                    <a:pt x="214313" y="33338"/>
                  </a:lnTo>
                  <a:close/>
                  <a:moveTo>
                    <a:pt x="148590" y="33338"/>
                  </a:moveTo>
                  <a:cubicBezTo>
                    <a:pt x="158115" y="33338"/>
                    <a:pt x="164782" y="40957"/>
                    <a:pt x="164782" y="49530"/>
                  </a:cubicBezTo>
                  <a:cubicBezTo>
                    <a:pt x="164782" y="59055"/>
                    <a:pt x="157163" y="65722"/>
                    <a:pt x="148590" y="65722"/>
                  </a:cubicBezTo>
                  <a:cubicBezTo>
                    <a:pt x="140018" y="65722"/>
                    <a:pt x="132398" y="58103"/>
                    <a:pt x="132398" y="49530"/>
                  </a:cubicBezTo>
                  <a:cubicBezTo>
                    <a:pt x="131445" y="40005"/>
                    <a:pt x="139065" y="33338"/>
                    <a:pt x="148590" y="33338"/>
                  </a:cubicBezTo>
                  <a:lnTo>
                    <a:pt x="148590" y="33338"/>
                  </a:lnTo>
                  <a:close/>
                  <a:moveTo>
                    <a:pt x="81915" y="33338"/>
                  </a:moveTo>
                  <a:cubicBezTo>
                    <a:pt x="91440" y="33338"/>
                    <a:pt x="98107" y="40957"/>
                    <a:pt x="98107" y="49530"/>
                  </a:cubicBezTo>
                  <a:cubicBezTo>
                    <a:pt x="98107" y="59055"/>
                    <a:pt x="90488" y="65722"/>
                    <a:pt x="81915" y="65722"/>
                  </a:cubicBezTo>
                  <a:cubicBezTo>
                    <a:pt x="73343" y="65722"/>
                    <a:pt x="65723" y="58103"/>
                    <a:pt x="65723" y="49530"/>
                  </a:cubicBezTo>
                  <a:cubicBezTo>
                    <a:pt x="65723" y="40005"/>
                    <a:pt x="73343" y="33338"/>
                    <a:pt x="81915" y="33338"/>
                  </a:cubicBezTo>
                  <a:lnTo>
                    <a:pt x="81915" y="3333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199;p44">
              <a:extLst>
                <a:ext uri="{FF2B5EF4-FFF2-40B4-BE49-F238E27FC236}">
                  <a16:creationId xmlns:a16="http://schemas.microsoft.com/office/drawing/2014/main" id="{358045A1-D592-83D0-ACF4-222452FBD8E3}"/>
                </a:ext>
              </a:extLst>
            </p:cNvPr>
            <p:cNvSpPr/>
            <p:nvPr/>
          </p:nvSpPr>
          <p:spPr>
            <a:xfrm>
              <a:off x="4815666" y="3498247"/>
              <a:ext cx="296442" cy="226602"/>
            </a:xfrm>
            <a:custGeom>
              <a:avLst/>
              <a:gdLst/>
              <a:ahLst/>
              <a:cxnLst/>
              <a:rect l="l" t="t" r="r" b="b"/>
              <a:pathLst>
                <a:path w="561975" h="429577" extrusionOk="0">
                  <a:moveTo>
                    <a:pt x="545782" y="0"/>
                  </a:moveTo>
                  <a:lnTo>
                    <a:pt x="336232" y="0"/>
                  </a:lnTo>
                  <a:lnTo>
                    <a:pt x="296227" y="120015"/>
                  </a:lnTo>
                  <a:cubicBezTo>
                    <a:pt x="294323" y="126682"/>
                    <a:pt x="287655" y="131445"/>
                    <a:pt x="280988" y="131445"/>
                  </a:cubicBezTo>
                  <a:lnTo>
                    <a:pt x="0" y="131445"/>
                  </a:lnTo>
                  <a:lnTo>
                    <a:pt x="0" y="413385"/>
                  </a:lnTo>
                  <a:cubicBezTo>
                    <a:pt x="0" y="422910"/>
                    <a:pt x="7620" y="429578"/>
                    <a:pt x="16193" y="429578"/>
                  </a:cubicBezTo>
                  <a:lnTo>
                    <a:pt x="71438" y="429578"/>
                  </a:lnTo>
                  <a:cubicBezTo>
                    <a:pt x="67627" y="413385"/>
                    <a:pt x="65723" y="397193"/>
                    <a:pt x="65723" y="380047"/>
                  </a:cubicBezTo>
                  <a:cubicBezTo>
                    <a:pt x="65723" y="261938"/>
                    <a:pt x="161925" y="165735"/>
                    <a:pt x="280035" y="165735"/>
                  </a:cubicBezTo>
                  <a:cubicBezTo>
                    <a:pt x="398145" y="165735"/>
                    <a:pt x="494348" y="261938"/>
                    <a:pt x="494348" y="380047"/>
                  </a:cubicBezTo>
                  <a:cubicBezTo>
                    <a:pt x="494348" y="397193"/>
                    <a:pt x="492443" y="413385"/>
                    <a:pt x="488632" y="429578"/>
                  </a:cubicBezTo>
                  <a:lnTo>
                    <a:pt x="545782" y="429578"/>
                  </a:lnTo>
                  <a:cubicBezTo>
                    <a:pt x="555307" y="429578"/>
                    <a:pt x="561975" y="421957"/>
                    <a:pt x="561975" y="413385"/>
                  </a:cubicBezTo>
                  <a:lnTo>
                    <a:pt x="561975" y="16193"/>
                  </a:lnTo>
                  <a:cubicBezTo>
                    <a:pt x="561975" y="7620"/>
                    <a:pt x="554355" y="0"/>
                    <a:pt x="545782" y="0"/>
                  </a:cubicBezTo>
                  <a:lnTo>
                    <a:pt x="54578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200;p44">
              <a:extLst>
                <a:ext uri="{FF2B5EF4-FFF2-40B4-BE49-F238E27FC236}">
                  <a16:creationId xmlns:a16="http://schemas.microsoft.com/office/drawing/2014/main" id="{D1FC0D2F-A9B4-0C61-E2CE-C0E46D967C94}"/>
                </a:ext>
              </a:extLst>
            </p:cNvPr>
            <p:cNvSpPr/>
            <p:nvPr/>
          </p:nvSpPr>
          <p:spPr>
            <a:xfrm>
              <a:off x="4868041" y="3604004"/>
              <a:ext cx="191431" cy="187411"/>
            </a:xfrm>
            <a:custGeom>
              <a:avLst/>
              <a:gdLst/>
              <a:ahLst/>
              <a:cxnLst/>
              <a:rect l="l" t="t" r="r" b="b"/>
              <a:pathLst>
                <a:path w="362902" h="355282" extrusionOk="0">
                  <a:moveTo>
                    <a:pt x="180975" y="0"/>
                  </a:moveTo>
                  <a:cubicBezTo>
                    <a:pt x="80963" y="0"/>
                    <a:pt x="0" y="80963"/>
                    <a:pt x="0" y="180975"/>
                  </a:cubicBezTo>
                  <a:cubicBezTo>
                    <a:pt x="0" y="263843"/>
                    <a:pt x="56197" y="333375"/>
                    <a:pt x="131445" y="355282"/>
                  </a:cubicBezTo>
                  <a:lnTo>
                    <a:pt x="131445" y="284797"/>
                  </a:lnTo>
                  <a:cubicBezTo>
                    <a:pt x="91440" y="265747"/>
                    <a:pt x="65722" y="225743"/>
                    <a:pt x="65722" y="180975"/>
                  </a:cubicBezTo>
                  <a:cubicBezTo>
                    <a:pt x="65722" y="132397"/>
                    <a:pt x="96202" y="89535"/>
                    <a:pt x="142875" y="72390"/>
                  </a:cubicBezTo>
                  <a:cubicBezTo>
                    <a:pt x="147638" y="70485"/>
                    <a:pt x="153352" y="71438"/>
                    <a:pt x="158115" y="74295"/>
                  </a:cubicBezTo>
                  <a:cubicBezTo>
                    <a:pt x="162877" y="77153"/>
                    <a:pt x="164782" y="82868"/>
                    <a:pt x="164782" y="87630"/>
                  </a:cubicBezTo>
                  <a:lnTo>
                    <a:pt x="164782" y="163830"/>
                  </a:lnTo>
                  <a:lnTo>
                    <a:pt x="198120" y="163830"/>
                  </a:lnTo>
                  <a:lnTo>
                    <a:pt x="198120" y="87630"/>
                  </a:lnTo>
                  <a:cubicBezTo>
                    <a:pt x="198120" y="81915"/>
                    <a:pt x="200977" y="77153"/>
                    <a:pt x="204788" y="74295"/>
                  </a:cubicBezTo>
                  <a:cubicBezTo>
                    <a:pt x="209550" y="71438"/>
                    <a:pt x="214313" y="70485"/>
                    <a:pt x="220027" y="72390"/>
                  </a:cubicBezTo>
                  <a:cubicBezTo>
                    <a:pt x="265747" y="88582"/>
                    <a:pt x="297180" y="132397"/>
                    <a:pt x="297180" y="180975"/>
                  </a:cubicBezTo>
                  <a:cubicBezTo>
                    <a:pt x="297180" y="225743"/>
                    <a:pt x="271463" y="265747"/>
                    <a:pt x="231457" y="284797"/>
                  </a:cubicBezTo>
                  <a:lnTo>
                    <a:pt x="231457" y="355282"/>
                  </a:lnTo>
                  <a:cubicBezTo>
                    <a:pt x="307657" y="333375"/>
                    <a:pt x="362902" y="263843"/>
                    <a:pt x="362902" y="180975"/>
                  </a:cubicBezTo>
                  <a:cubicBezTo>
                    <a:pt x="361950" y="80963"/>
                    <a:pt x="280988" y="0"/>
                    <a:pt x="180975" y="0"/>
                  </a:cubicBezTo>
                  <a:lnTo>
                    <a:pt x="1809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201;p44">
              <a:extLst>
                <a:ext uri="{FF2B5EF4-FFF2-40B4-BE49-F238E27FC236}">
                  <a16:creationId xmlns:a16="http://schemas.microsoft.com/office/drawing/2014/main" id="{6B02F478-8C1E-43A1-7CCD-764775B527AC}"/>
                </a:ext>
              </a:extLst>
            </p:cNvPr>
            <p:cNvSpPr/>
            <p:nvPr/>
          </p:nvSpPr>
          <p:spPr>
            <a:xfrm>
              <a:off x="4919912" y="3664940"/>
              <a:ext cx="86923" cy="130133"/>
            </a:xfrm>
            <a:custGeom>
              <a:avLst/>
              <a:gdLst/>
              <a:ahLst/>
              <a:cxnLst/>
              <a:rect l="l" t="t" r="r" b="b"/>
              <a:pathLst>
                <a:path w="164782" h="246697" extrusionOk="0">
                  <a:moveTo>
                    <a:pt x="99060" y="158115"/>
                  </a:moveTo>
                  <a:cubicBezTo>
                    <a:pt x="99060" y="151447"/>
                    <a:pt x="103822" y="144780"/>
                    <a:pt x="109538" y="142875"/>
                  </a:cubicBezTo>
                  <a:cubicBezTo>
                    <a:pt x="141922" y="131445"/>
                    <a:pt x="164782" y="100013"/>
                    <a:pt x="164782" y="65722"/>
                  </a:cubicBezTo>
                  <a:cubicBezTo>
                    <a:pt x="164782" y="40005"/>
                    <a:pt x="152400" y="15240"/>
                    <a:pt x="131445" y="0"/>
                  </a:cubicBezTo>
                  <a:lnTo>
                    <a:pt x="131445" y="65722"/>
                  </a:lnTo>
                  <a:cubicBezTo>
                    <a:pt x="131445" y="75247"/>
                    <a:pt x="123825" y="81915"/>
                    <a:pt x="115252" y="81915"/>
                  </a:cubicBezTo>
                  <a:lnTo>
                    <a:pt x="49530" y="81915"/>
                  </a:lnTo>
                  <a:cubicBezTo>
                    <a:pt x="40005" y="81915"/>
                    <a:pt x="33338" y="74295"/>
                    <a:pt x="33338" y="65722"/>
                  </a:cubicBezTo>
                  <a:lnTo>
                    <a:pt x="33338" y="0"/>
                  </a:lnTo>
                  <a:cubicBezTo>
                    <a:pt x="13335" y="15240"/>
                    <a:pt x="0" y="39053"/>
                    <a:pt x="0" y="65722"/>
                  </a:cubicBezTo>
                  <a:cubicBezTo>
                    <a:pt x="0" y="100013"/>
                    <a:pt x="21907" y="131445"/>
                    <a:pt x="55245" y="142875"/>
                  </a:cubicBezTo>
                  <a:cubicBezTo>
                    <a:pt x="61913" y="144780"/>
                    <a:pt x="65722" y="151447"/>
                    <a:pt x="65722" y="158115"/>
                  </a:cubicBezTo>
                  <a:lnTo>
                    <a:pt x="65722" y="245745"/>
                  </a:lnTo>
                  <a:cubicBezTo>
                    <a:pt x="71438" y="246697"/>
                    <a:pt x="76200" y="246697"/>
                    <a:pt x="81915" y="246697"/>
                  </a:cubicBezTo>
                  <a:cubicBezTo>
                    <a:pt x="87630" y="246697"/>
                    <a:pt x="93345" y="246697"/>
                    <a:pt x="98107" y="245745"/>
                  </a:cubicBezTo>
                  <a:lnTo>
                    <a:pt x="98107" y="15811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157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2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Verze IIS</a:t>
            </a:r>
            <a:endParaRPr dirty="0"/>
          </a:p>
        </p:txBody>
      </p:sp>
      <p:sp>
        <p:nvSpPr>
          <p:cNvPr id="523" name="Google Shape;523;p32"/>
          <p:cNvSpPr txBox="1">
            <a:spLocks noGrp="1"/>
          </p:cNvSpPr>
          <p:nvPr>
            <p:ph type="subTitle" idx="1"/>
          </p:nvPr>
        </p:nvSpPr>
        <p:spPr>
          <a:xfrm>
            <a:off x="801000" y="1753075"/>
            <a:ext cx="23337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Vyšla</a:t>
            </a:r>
            <a:r>
              <a:rPr lang="en-US" dirty="0"/>
              <a:t> </a:t>
            </a:r>
            <a:r>
              <a:rPr lang="en-US" dirty="0" err="1"/>
              <a:t>roku</a:t>
            </a:r>
            <a:r>
              <a:rPr lang="en-US" dirty="0"/>
              <a:t> 1995, </a:t>
            </a:r>
            <a:r>
              <a:rPr lang="en-US" dirty="0" err="1"/>
              <a:t>byla</a:t>
            </a:r>
            <a:r>
              <a:rPr lang="en-US" dirty="0"/>
              <a:t> </a:t>
            </a:r>
            <a:r>
              <a:rPr lang="en-US" dirty="0" err="1"/>
              <a:t>integrována</a:t>
            </a:r>
            <a:r>
              <a:rPr lang="en-US" dirty="0"/>
              <a:t> do Windows NT 3.51. </a:t>
            </a:r>
            <a:r>
              <a:rPr lang="en-US" dirty="0" err="1"/>
              <a:t>Podporovala</a:t>
            </a:r>
            <a:r>
              <a:rPr lang="en-US" dirty="0"/>
              <a:t> </a:t>
            </a:r>
            <a:r>
              <a:rPr lang="en-US" dirty="0" err="1"/>
              <a:t>základní</a:t>
            </a:r>
            <a:r>
              <a:rPr lang="en-US" dirty="0"/>
              <a:t> </a:t>
            </a:r>
            <a:r>
              <a:rPr lang="en-US" dirty="0" err="1"/>
              <a:t>webové</a:t>
            </a:r>
            <a:r>
              <a:rPr lang="en-US" dirty="0"/>
              <a:t> </a:t>
            </a:r>
            <a:r>
              <a:rPr lang="en-US" dirty="0" err="1"/>
              <a:t>serverové</a:t>
            </a:r>
            <a:r>
              <a:rPr lang="en-US" dirty="0"/>
              <a:t> </a:t>
            </a:r>
            <a:r>
              <a:rPr lang="en-US" dirty="0" err="1"/>
              <a:t>funkce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524" name="Google Shape;524;p32"/>
          <p:cNvSpPr txBox="1">
            <a:spLocks noGrp="1"/>
          </p:cNvSpPr>
          <p:nvPr>
            <p:ph type="subTitle" idx="2"/>
          </p:nvPr>
        </p:nvSpPr>
        <p:spPr>
          <a:xfrm>
            <a:off x="3410347" y="1753079"/>
            <a:ext cx="23196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Vyšla</a:t>
            </a:r>
            <a:r>
              <a:rPr lang="en-US" dirty="0"/>
              <a:t> </a:t>
            </a:r>
            <a:r>
              <a:rPr lang="en-US" dirty="0" err="1"/>
              <a:t>roku</a:t>
            </a:r>
            <a:r>
              <a:rPr lang="en-US" dirty="0"/>
              <a:t> 1999, </a:t>
            </a:r>
            <a:r>
              <a:rPr lang="en-US" dirty="0" err="1"/>
              <a:t>důležitým</a:t>
            </a:r>
            <a:r>
              <a:rPr lang="en-US" dirty="0"/>
              <a:t> </a:t>
            </a:r>
            <a:r>
              <a:rPr lang="en-US" dirty="0" err="1"/>
              <a:t>milníkem</a:t>
            </a:r>
            <a:r>
              <a:rPr lang="en-US" dirty="0"/>
              <a:t> </a:t>
            </a:r>
            <a:r>
              <a:rPr lang="en-US" dirty="0" err="1"/>
              <a:t>bylo</a:t>
            </a:r>
            <a:r>
              <a:rPr lang="en-US" dirty="0"/>
              <a:t> </a:t>
            </a:r>
            <a:r>
              <a:rPr lang="en-US" dirty="0" err="1"/>
              <a:t>podpora</a:t>
            </a:r>
            <a:r>
              <a:rPr lang="en-US" dirty="0"/>
              <a:t> pro Windows 2000 Server. </a:t>
            </a:r>
            <a:r>
              <a:rPr lang="en-US" dirty="0" err="1"/>
              <a:t>Přinesl</a:t>
            </a:r>
            <a:r>
              <a:rPr lang="en-US" dirty="0"/>
              <a:t> </a:t>
            </a:r>
            <a:r>
              <a:rPr lang="en-US" dirty="0" err="1"/>
              <a:t>zlepšení</a:t>
            </a:r>
            <a:r>
              <a:rPr lang="en-US" dirty="0"/>
              <a:t> v </a:t>
            </a:r>
            <a:r>
              <a:rPr lang="en-US" dirty="0" err="1"/>
              <a:t>oblasti</a:t>
            </a:r>
            <a:r>
              <a:rPr lang="en-US" dirty="0"/>
              <a:t> </a:t>
            </a:r>
            <a:r>
              <a:rPr lang="en-US" dirty="0" err="1"/>
              <a:t>bezpečnosti</a:t>
            </a:r>
            <a:r>
              <a:rPr lang="en-US" dirty="0"/>
              <a:t> a </a:t>
            </a:r>
            <a:r>
              <a:rPr lang="en-US" dirty="0" err="1"/>
              <a:t>podporu</a:t>
            </a:r>
            <a:r>
              <a:rPr lang="en-US" dirty="0"/>
              <a:t> pro </a:t>
            </a:r>
            <a:r>
              <a:rPr lang="en-US" dirty="0" err="1"/>
              <a:t>nové</a:t>
            </a:r>
            <a:r>
              <a:rPr lang="en-US" dirty="0"/>
              <a:t> </a:t>
            </a:r>
            <a:r>
              <a:rPr lang="en-US" dirty="0" err="1"/>
              <a:t>technologie</a:t>
            </a:r>
            <a:r>
              <a:rPr lang="en-US" dirty="0"/>
              <a:t>.</a:t>
            </a:r>
          </a:p>
        </p:txBody>
      </p:sp>
      <p:sp>
        <p:nvSpPr>
          <p:cNvPr id="525" name="Google Shape;525;p32"/>
          <p:cNvSpPr txBox="1">
            <a:spLocks noGrp="1"/>
          </p:cNvSpPr>
          <p:nvPr>
            <p:ph type="subTitle" idx="3"/>
          </p:nvPr>
        </p:nvSpPr>
        <p:spPr>
          <a:xfrm>
            <a:off x="801075" y="3298725"/>
            <a:ext cx="23337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Vyšla</a:t>
            </a:r>
            <a:r>
              <a:rPr lang="en-US" dirty="0"/>
              <a:t> </a:t>
            </a:r>
            <a:r>
              <a:rPr lang="en-US" dirty="0" err="1"/>
              <a:t>roku</a:t>
            </a:r>
            <a:r>
              <a:rPr lang="en-US" dirty="0"/>
              <a:t> 2003, </a:t>
            </a:r>
            <a:r>
              <a:rPr lang="en-US" dirty="0" err="1"/>
              <a:t>byl</a:t>
            </a:r>
            <a:r>
              <a:rPr lang="en-US" dirty="0"/>
              <a:t> </a:t>
            </a:r>
            <a:r>
              <a:rPr lang="en-US" dirty="0" err="1"/>
              <a:t>součástí</a:t>
            </a:r>
            <a:r>
              <a:rPr lang="en-US" dirty="0"/>
              <a:t> Windows Server 2003. </a:t>
            </a:r>
            <a:r>
              <a:rPr lang="en-US" dirty="0" err="1"/>
              <a:t>Přinesl</a:t>
            </a:r>
            <a:r>
              <a:rPr lang="en-US" dirty="0"/>
              <a:t> </a:t>
            </a:r>
            <a:r>
              <a:rPr lang="en-US" dirty="0" err="1"/>
              <a:t>zlepšenou</a:t>
            </a:r>
            <a:r>
              <a:rPr lang="en-US" dirty="0"/>
              <a:t> </a:t>
            </a:r>
            <a:r>
              <a:rPr lang="en-US" dirty="0" err="1"/>
              <a:t>stabilitu</a:t>
            </a:r>
            <a:r>
              <a:rPr lang="en-US" dirty="0"/>
              <a:t>, </a:t>
            </a:r>
            <a:r>
              <a:rPr lang="en-US" dirty="0" err="1"/>
              <a:t>bezpečnost</a:t>
            </a:r>
            <a:r>
              <a:rPr lang="en-US" dirty="0"/>
              <a:t> a </a:t>
            </a:r>
            <a:r>
              <a:rPr lang="en-US" dirty="0" err="1"/>
              <a:t>podporu</a:t>
            </a:r>
            <a:r>
              <a:rPr lang="en-US" dirty="0"/>
              <a:t> pro </a:t>
            </a:r>
            <a:r>
              <a:rPr lang="en-US" dirty="0" err="1"/>
              <a:t>nové</a:t>
            </a:r>
            <a:r>
              <a:rPr lang="en-US" dirty="0"/>
              <a:t> </a:t>
            </a:r>
            <a:r>
              <a:rPr lang="en-US" dirty="0" err="1"/>
              <a:t>standardy</a:t>
            </a:r>
            <a:r>
              <a:rPr lang="en-US" dirty="0"/>
              <a:t>.</a:t>
            </a:r>
          </a:p>
        </p:txBody>
      </p:sp>
      <p:sp>
        <p:nvSpPr>
          <p:cNvPr id="526" name="Google Shape;526;p32"/>
          <p:cNvSpPr txBox="1">
            <a:spLocks noGrp="1"/>
          </p:cNvSpPr>
          <p:nvPr>
            <p:ph type="subTitle" idx="4"/>
          </p:nvPr>
        </p:nvSpPr>
        <p:spPr>
          <a:xfrm>
            <a:off x="3410348" y="3298726"/>
            <a:ext cx="2310600" cy="14245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Vyšla</a:t>
            </a:r>
            <a:r>
              <a:rPr lang="en-US" dirty="0"/>
              <a:t> </a:t>
            </a:r>
            <a:r>
              <a:rPr lang="en-US" dirty="0" err="1"/>
              <a:t>roku</a:t>
            </a:r>
            <a:r>
              <a:rPr lang="en-US" dirty="0"/>
              <a:t> 2008, </a:t>
            </a:r>
            <a:r>
              <a:rPr lang="en-US" dirty="0" err="1"/>
              <a:t>klíčovým</a:t>
            </a:r>
            <a:r>
              <a:rPr lang="en-US" dirty="0"/>
              <a:t> </a:t>
            </a:r>
            <a:r>
              <a:rPr lang="en-US" dirty="0" err="1"/>
              <a:t>přínosem</a:t>
            </a:r>
            <a:r>
              <a:rPr lang="en-US" dirty="0"/>
              <a:t> </a:t>
            </a:r>
            <a:r>
              <a:rPr lang="en-US" dirty="0" err="1"/>
              <a:t>byla</a:t>
            </a:r>
            <a:r>
              <a:rPr lang="en-US" dirty="0"/>
              <a:t> </a:t>
            </a:r>
            <a:r>
              <a:rPr lang="en-US" dirty="0" err="1"/>
              <a:t>radikální</a:t>
            </a:r>
            <a:r>
              <a:rPr lang="en-US" dirty="0"/>
              <a:t> </a:t>
            </a:r>
            <a:r>
              <a:rPr lang="en-US" dirty="0" err="1"/>
              <a:t>změna</a:t>
            </a:r>
            <a:r>
              <a:rPr lang="en-US" dirty="0"/>
              <a:t> v </a:t>
            </a:r>
            <a:r>
              <a:rPr lang="en-US" dirty="0" err="1"/>
              <a:t>architektuře</a:t>
            </a:r>
            <a:r>
              <a:rPr lang="en-US" dirty="0"/>
              <a:t> a </a:t>
            </a:r>
            <a:r>
              <a:rPr lang="en-US" dirty="0" err="1"/>
              <a:t>přidání</a:t>
            </a:r>
            <a:r>
              <a:rPr lang="en-US" dirty="0"/>
              <a:t> </a:t>
            </a:r>
            <a:r>
              <a:rPr lang="en-US" dirty="0" err="1"/>
              <a:t>modulárního</a:t>
            </a:r>
            <a:r>
              <a:rPr lang="en-US" dirty="0"/>
              <a:t> </a:t>
            </a:r>
            <a:r>
              <a:rPr lang="en-US" dirty="0" err="1"/>
              <a:t>systému</a:t>
            </a:r>
            <a:r>
              <a:rPr lang="en-US" dirty="0"/>
              <a:t>. </a:t>
            </a:r>
            <a:r>
              <a:rPr lang="en-US" dirty="0" err="1"/>
              <a:t>Přinesl</a:t>
            </a:r>
            <a:r>
              <a:rPr lang="en-US" dirty="0"/>
              <a:t> </a:t>
            </a:r>
            <a:r>
              <a:rPr lang="en-US" dirty="0" err="1"/>
              <a:t>také</a:t>
            </a:r>
            <a:r>
              <a:rPr lang="en-US" dirty="0"/>
              <a:t> </a:t>
            </a:r>
            <a:r>
              <a:rPr lang="en-US" dirty="0" err="1"/>
              <a:t>integrovanou</a:t>
            </a:r>
            <a:r>
              <a:rPr lang="en-US" dirty="0"/>
              <a:t> </a:t>
            </a:r>
            <a:r>
              <a:rPr lang="en-US" dirty="0" err="1"/>
              <a:t>podporu</a:t>
            </a:r>
            <a:r>
              <a:rPr lang="en-US" dirty="0"/>
              <a:t> pro ASP.NET a </a:t>
            </a:r>
            <a:r>
              <a:rPr lang="en-US" dirty="0" err="1"/>
              <a:t>nový</a:t>
            </a:r>
            <a:r>
              <a:rPr lang="en-US" dirty="0"/>
              <a:t> </a:t>
            </a:r>
            <a:r>
              <a:rPr lang="en-US" dirty="0" err="1"/>
              <a:t>systém</a:t>
            </a:r>
            <a:r>
              <a:rPr lang="en-US" dirty="0"/>
              <a:t> </a:t>
            </a:r>
            <a:r>
              <a:rPr lang="en-US" dirty="0" err="1"/>
              <a:t>správy</a:t>
            </a:r>
            <a:r>
              <a:rPr lang="en-US" dirty="0"/>
              <a:t> (IIS Manager).</a:t>
            </a:r>
          </a:p>
        </p:txBody>
      </p:sp>
      <p:sp>
        <p:nvSpPr>
          <p:cNvPr id="527" name="Google Shape;527;p32"/>
          <p:cNvSpPr txBox="1">
            <a:spLocks noGrp="1"/>
          </p:cNvSpPr>
          <p:nvPr>
            <p:ph type="subTitle" idx="7"/>
          </p:nvPr>
        </p:nvSpPr>
        <p:spPr>
          <a:xfrm>
            <a:off x="800875" y="1371775"/>
            <a:ext cx="23337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IIS 1.0</a:t>
            </a:r>
          </a:p>
        </p:txBody>
      </p:sp>
      <p:sp>
        <p:nvSpPr>
          <p:cNvPr id="528" name="Google Shape;528;p32"/>
          <p:cNvSpPr txBox="1">
            <a:spLocks noGrp="1"/>
          </p:cNvSpPr>
          <p:nvPr>
            <p:ph type="subTitle" idx="8"/>
          </p:nvPr>
        </p:nvSpPr>
        <p:spPr>
          <a:xfrm>
            <a:off x="3417192" y="1371775"/>
            <a:ext cx="2310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IIS 4.0</a:t>
            </a:r>
            <a:endParaRPr dirty="0"/>
          </a:p>
        </p:txBody>
      </p:sp>
      <p:sp>
        <p:nvSpPr>
          <p:cNvPr id="529" name="Google Shape;529;p32"/>
          <p:cNvSpPr txBox="1">
            <a:spLocks noGrp="1"/>
          </p:cNvSpPr>
          <p:nvPr>
            <p:ph type="subTitle" idx="9"/>
          </p:nvPr>
        </p:nvSpPr>
        <p:spPr>
          <a:xfrm>
            <a:off x="6003225" y="1371775"/>
            <a:ext cx="23289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IIS 5.0</a:t>
            </a:r>
            <a:endParaRPr dirty="0"/>
          </a:p>
        </p:txBody>
      </p:sp>
      <p:sp>
        <p:nvSpPr>
          <p:cNvPr id="530" name="Google Shape;530;p32"/>
          <p:cNvSpPr txBox="1">
            <a:spLocks noGrp="1"/>
          </p:cNvSpPr>
          <p:nvPr>
            <p:ph type="subTitle" idx="5"/>
          </p:nvPr>
        </p:nvSpPr>
        <p:spPr>
          <a:xfrm>
            <a:off x="6007901" y="1753080"/>
            <a:ext cx="2328900" cy="12252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Vyšla</a:t>
            </a:r>
            <a:r>
              <a:rPr lang="en-US" dirty="0"/>
              <a:t> </a:t>
            </a:r>
            <a:r>
              <a:rPr lang="en-US" dirty="0" err="1"/>
              <a:t>roku</a:t>
            </a:r>
            <a:r>
              <a:rPr lang="en-US" dirty="0"/>
              <a:t> 2000, </a:t>
            </a:r>
            <a:r>
              <a:rPr lang="en-US" dirty="0" err="1"/>
              <a:t>byl</a:t>
            </a:r>
            <a:r>
              <a:rPr lang="en-US" dirty="0"/>
              <a:t> </a:t>
            </a:r>
            <a:r>
              <a:rPr lang="en-US" dirty="0" err="1"/>
              <a:t>integrován</a:t>
            </a:r>
            <a:r>
              <a:rPr lang="en-US" dirty="0"/>
              <a:t> do Windows 2000 Server a Windows XP Professional. </a:t>
            </a:r>
            <a:r>
              <a:rPr lang="en-US" dirty="0" err="1"/>
              <a:t>Zahrnoval</a:t>
            </a:r>
            <a:r>
              <a:rPr lang="en-US" dirty="0"/>
              <a:t> </a:t>
            </a:r>
            <a:r>
              <a:rPr lang="en-US" dirty="0" err="1"/>
              <a:t>rozšířenou</a:t>
            </a:r>
            <a:r>
              <a:rPr lang="en-US" dirty="0"/>
              <a:t> </a:t>
            </a:r>
            <a:r>
              <a:rPr lang="en-US" dirty="0" err="1"/>
              <a:t>podporu</a:t>
            </a:r>
            <a:r>
              <a:rPr lang="en-US" dirty="0"/>
              <a:t> pro ASP a </a:t>
            </a:r>
            <a:r>
              <a:rPr lang="en-US" dirty="0" err="1"/>
              <a:t>další</a:t>
            </a:r>
            <a:r>
              <a:rPr lang="en-US" dirty="0"/>
              <a:t> </a:t>
            </a:r>
            <a:r>
              <a:rPr lang="en-US" dirty="0" err="1"/>
              <a:t>vylepšení</a:t>
            </a:r>
            <a:r>
              <a:rPr lang="en-US" dirty="0"/>
              <a:t> v </a:t>
            </a:r>
            <a:r>
              <a:rPr lang="en-US" dirty="0" err="1"/>
              <a:t>oblasti</a:t>
            </a:r>
            <a:r>
              <a:rPr lang="en-US" dirty="0"/>
              <a:t> </a:t>
            </a:r>
            <a:r>
              <a:rPr lang="en-US" dirty="0" err="1"/>
              <a:t>správy</a:t>
            </a:r>
            <a:r>
              <a:rPr lang="en-US" dirty="0"/>
              <a:t> a </a:t>
            </a:r>
            <a:r>
              <a:rPr lang="en-US" dirty="0" err="1"/>
              <a:t>bezpečnosti</a:t>
            </a:r>
            <a:r>
              <a:rPr lang="en-US" dirty="0"/>
              <a:t>.</a:t>
            </a:r>
          </a:p>
        </p:txBody>
      </p:sp>
      <p:sp>
        <p:nvSpPr>
          <p:cNvPr id="531" name="Google Shape;531;p32"/>
          <p:cNvSpPr txBox="1">
            <a:spLocks noGrp="1"/>
          </p:cNvSpPr>
          <p:nvPr>
            <p:ph type="subTitle" idx="6"/>
          </p:nvPr>
        </p:nvSpPr>
        <p:spPr>
          <a:xfrm>
            <a:off x="6007902" y="3298726"/>
            <a:ext cx="2328900" cy="10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Vyšla</a:t>
            </a:r>
            <a:r>
              <a:rPr lang="en-US" dirty="0"/>
              <a:t> </a:t>
            </a:r>
            <a:r>
              <a:rPr lang="en-US" dirty="0" err="1"/>
              <a:t>roku</a:t>
            </a:r>
            <a:r>
              <a:rPr lang="en-US" dirty="0"/>
              <a:t> 2016, </a:t>
            </a:r>
            <a:r>
              <a:rPr lang="en-US" dirty="0" err="1"/>
              <a:t>byl</a:t>
            </a:r>
            <a:r>
              <a:rPr lang="en-US" dirty="0"/>
              <a:t> </a:t>
            </a:r>
            <a:r>
              <a:rPr lang="en-US" dirty="0" err="1"/>
              <a:t>součástí</a:t>
            </a:r>
            <a:r>
              <a:rPr lang="en-US" dirty="0"/>
              <a:t> Windows Server 2016. </a:t>
            </a:r>
            <a:r>
              <a:rPr lang="en-US" dirty="0" err="1"/>
              <a:t>Přinesl</a:t>
            </a:r>
            <a:r>
              <a:rPr lang="en-US" dirty="0"/>
              <a:t> </a:t>
            </a:r>
            <a:r>
              <a:rPr lang="en-US" dirty="0" err="1"/>
              <a:t>vylepšenou</a:t>
            </a:r>
            <a:r>
              <a:rPr lang="en-US" dirty="0"/>
              <a:t> </a:t>
            </a:r>
            <a:r>
              <a:rPr lang="en-US" dirty="0" err="1"/>
              <a:t>podporu</a:t>
            </a:r>
            <a:r>
              <a:rPr lang="en-US" dirty="0"/>
              <a:t> pro HTTP/2, </a:t>
            </a:r>
            <a:r>
              <a:rPr lang="en-US" dirty="0" err="1"/>
              <a:t>zlepšenou</a:t>
            </a:r>
            <a:r>
              <a:rPr lang="en-US" dirty="0"/>
              <a:t> </a:t>
            </a:r>
            <a:r>
              <a:rPr lang="en-US" dirty="0" err="1"/>
              <a:t>bezpečnost</a:t>
            </a:r>
            <a:r>
              <a:rPr lang="en-US" dirty="0"/>
              <a:t> a </a:t>
            </a:r>
            <a:r>
              <a:rPr lang="en-US" dirty="0" err="1"/>
              <a:t>další</a:t>
            </a:r>
            <a:r>
              <a:rPr lang="en-US" dirty="0"/>
              <a:t> </a:t>
            </a:r>
            <a:r>
              <a:rPr lang="en-US" dirty="0" err="1"/>
              <a:t>funkce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532" name="Google Shape;532;p32"/>
          <p:cNvSpPr txBox="1">
            <a:spLocks noGrp="1"/>
          </p:cNvSpPr>
          <p:nvPr>
            <p:ph type="subTitle" idx="13"/>
          </p:nvPr>
        </p:nvSpPr>
        <p:spPr>
          <a:xfrm>
            <a:off x="801075" y="2917575"/>
            <a:ext cx="23337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IIS 6.0</a:t>
            </a:r>
            <a:endParaRPr dirty="0"/>
          </a:p>
        </p:txBody>
      </p:sp>
      <p:sp>
        <p:nvSpPr>
          <p:cNvPr id="533" name="Google Shape;533;p32"/>
          <p:cNvSpPr txBox="1">
            <a:spLocks noGrp="1"/>
          </p:cNvSpPr>
          <p:nvPr>
            <p:ph type="subTitle" idx="14"/>
          </p:nvPr>
        </p:nvSpPr>
        <p:spPr>
          <a:xfrm>
            <a:off x="3417189" y="2917574"/>
            <a:ext cx="2310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IIS 7.0</a:t>
            </a:r>
            <a:endParaRPr dirty="0"/>
          </a:p>
        </p:txBody>
      </p:sp>
      <p:sp>
        <p:nvSpPr>
          <p:cNvPr id="534" name="Google Shape;534;p32"/>
          <p:cNvSpPr txBox="1">
            <a:spLocks noGrp="1"/>
          </p:cNvSpPr>
          <p:nvPr>
            <p:ph type="subTitle" idx="15"/>
          </p:nvPr>
        </p:nvSpPr>
        <p:spPr>
          <a:xfrm>
            <a:off x="6012490" y="2917575"/>
            <a:ext cx="2319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IIS 10.0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DC52DAD6-710A-F648-F176-E859C2B5A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>
            <a:extLst>
              <a:ext uri="{FF2B5EF4-FFF2-40B4-BE49-F238E27FC236}">
                <a16:creationId xmlns:a16="http://schemas.microsoft.com/office/drawing/2014/main" id="{337FEA6B-FBC4-BE3A-C991-50D8D2ACCF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5" y="11594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dirty="0"/>
              <a:t>Architektura</a:t>
            </a:r>
            <a:endParaRPr sz="3200" dirty="0"/>
          </a:p>
        </p:txBody>
      </p:sp>
      <p:sp>
        <p:nvSpPr>
          <p:cNvPr id="309" name="Google Shape;309;p27">
            <a:extLst>
              <a:ext uri="{FF2B5EF4-FFF2-40B4-BE49-F238E27FC236}">
                <a16:creationId xmlns:a16="http://schemas.microsoft.com/office/drawing/2014/main" id="{15B2CEC4-EE5D-985D-6F9B-D9E7F3CFBF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11975" y="1887700"/>
            <a:ext cx="4294800" cy="20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sz="1400" dirty="0"/>
              <a:t>IIS </a:t>
            </a:r>
            <a:r>
              <a:rPr lang="en-US" sz="1400" dirty="0" err="1"/>
              <a:t>využívá</a:t>
            </a:r>
            <a:r>
              <a:rPr lang="en-US" sz="1400" dirty="0"/>
              <a:t> </a:t>
            </a:r>
            <a:r>
              <a:rPr lang="en-US" sz="1400" dirty="0" err="1"/>
              <a:t>modulární</a:t>
            </a:r>
            <a:r>
              <a:rPr lang="en-US" sz="1400" dirty="0"/>
              <a:t> </a:t>
            </a:r>
            <a:r>
              <a:rPr lang="en-US" sz="1400" dirty="0" err="1"/>
              <a:t>architekturu</a:t>
            </a:r>
            <a:r>
              <a:rPr lang="en-US" sz="1400" dirty="0"/>
              <a:t>, </a:t>
            </a:r>
            <a:r>
              <a:rPr lang="en-US" sz="1400" dirty="0" err="1"/>
              <a:t>což</a:t>
            </a:r>
            <a:r>
              <a:rPr lang="en-US" sz="1400" dirty="0"/>
              <a:t> </a:t>
            </a:r>
            <a:r>
              <a:rPr lang="en-US" sz="1400" dirty="0" err="1"/>
              <a:t>znamená</a:t>
            </a:r>
            <a:r>
              <a:rPr lang="en-US" sz="1400" dirty="0"/>
              <a:t>, </a:t>
            </a:r>
            <a:r>
              <a:rPr lang="en-US" sz="1400" dirty="0" err="1"/>
              <a:t>že</a:t>
            </a:r>
            <a:r>
              <a:rPr lang="en-US" sz="1400" dirty="0"/>
              <a:t> </a:t>
            </a:r>
            <a:r>
              <a:rPr lang="en-US" sz="1400" dirty="0" err="1"/>
              <a:t>funkce</a:t>
            </a:r>
            <a:r>
              <a:rPr lang="en-US" sz="1400" dirty="0"/>
              <a:t> </a:t>
            </a:r>
            <a:r>
              <a:rPr lang="en-US" sz="1400" dirty="0" err="1"/>
              <a:t>serveru</a:t>
            </a:r>
            <a:r>
              <a:rPr lang="en-US" sz="1400" dirty="0"/>
              <a:t> </a:t>
            </a:r>
            <a:r>
              <a:rPr lang="en-US" sz="1400" dirty="0" err="1"/>
              <a:t>jsou</a:t>
            </a:r>
            <a:r>
              <a:rPr lang="en-US" sz="1400" dirty="0"/>
              <a:t> </a:t>
            </a:r>
            <a:r>
              <a:rPr lang="en-US" sz="1400" dirty="0" err="1"/>
              <a:t>organizovány</a:t>
            </a:r>
            <a:r>
              <a:rPr lang="en-US" sz="1400" dirty="0"/>
              <a:t> do </a:t>
            </a:r>
            <a:r>
              <a:rPr lang="en-US" sz="1400" dirty="0" err="1"/>
              <a:t>samostatných</a:t>
            </a:r>
            <a:r>
              <a:rPr lang="en-US" sz="1400" dirty="0"/>
              <a:t> </a:t>
            </a:r>
            <a:r>
              <a:rPr lang="en-US" sz="1400" dirty="0" err="1"/>
              <a:t>modulů</a:t>
            </a:r>
            <a:r>
              <a:rPr lang="en-US" sz="1400" dirty="0"/>
              <a:t>. </a:t>
            </a:r>
            <a:r>
              <a:rPr lang="en-US" sz="1400" dirty="0" err="1"/>
              <a:t>Což</a:t>
            </a:r>
            <a:r>
              <a:rPr lang="en-US" sz="1400" dirty="0"/>
              <a:t> </a:t>
            </a:r>
            <a:r>
              <a:rPr lang="en-US" sz="1400" dirty="0" err="1"/>
              <a:t>nám</a:t>
            </a:r>
            <a:r>
              <a:rPr lang="en-US" sz="1400" dirty="0"/>
              <a:t> </a:t>
            </a:r>
            <a:r>
              <a:rPr lang="en-US" sz="1400" dirty="0" err="1"/>
              <a:t>umožňuje</a:t>
            </a:r>
            <a:r>
              <a:rPr lang="en-US" sz="1400" dirty="0"/>
              <a:t> </a:t>
            </a:r>
            <a:r>
              <a:rPr lang="en-US" sz="1400" dirty="0" err="1"/>
              <a:t>větší</a:t>
            </a:r>
            <a:r>
              <a:rPr lang="en-US" sz="1400" dirty="0"/>
              <a:t> </a:t>
            </a:r>
            <a:r>
              <a:rPr lang="en-US" sz="1400" dirty="0" err="1"/>
              <a:t>flexibilitu</a:t>
            </a:r>
            <a:r>
              <a:rPr lang="en-US" sz="1400" dirty="0"/>
              <a:t> a </a:t>
            </a:r>
            <a:r>
              <a:rPr lang="en-US" sz="1400" dirty="0" err="1"/>
              <a:t>snadnější</a:t>
            </a:r>
            <a:r>
              <a:rPr lang="en-US" sz="1400" dirty="0"/>
              <a:t> </a:t>
            </a:r>
            <a:r>
              <a:rPr lang="en-US" sz="1400" dirty="0" err="1"/>
              <a:t>údržbu</a:t>
            </a:r>
            <a:r>
              <a:rPr lang="en-US" sz="1400" dirty="0"/>
              <a:t> a </a:t>
            </a:r>
            <a:r>
              <a:rPr lang="en-US" sz="1400" dirty="0" err="1"/>
              <a:t>rozšíření</a:t>
            </a:r>
            <a:r>
              <a:rPr lang="en-US" sz="1400" dirty="0"/>
              <a:t> </a:t>
            </a:r>
            <a:r>
              <a:rPr lang="en-US" sz="1400" dirty="0" err="1"/>
              <a:t>funkcionalit</a:t>
            </a:r>
            <a:r>
              <a:rPr lang="en-US" sz="1400" dirty="0"/>
              <a:t> </a:t>
            </a:r>
            <a:r>
              <a:rPr lang="en-US" sz="1400" dirty="0" err="1"/>
              <a:t>podle</a:t>
            </a:r>
            <a:r>
              <a:rPr lang="en-US" sz="1400" dirty="0"/>
              <a:t> </a:t>
            </a:r>
            <a:r>
              <a:rPr lang="en-US" sz="1400" dirty="0" err="1"/>
              <a:t>potřeby</a:t>
            </a:r>
            <a:r>
              <a:rPr lang="en-US" sz="1400" dirty="0"/>
              <a:t>.</a:t>
            </a:r>
            <a:endParaRPr lang="cs-CZ" sz="1400" dirty="0"/>
          </a:p>
          <a:p>
            <a:pPr marL="171450" indent="-171450"/>
            <a:endParaRPr lang="cs-CZ" sz="1400" dirty="0"/>
          </a:p>
          <a:p>
            <a:pPr marL="171450" indent="-171450"/>
            <a:endParaRPr lang="cs-CZ" sz="1400" dirty="0"/>
          </a:p>
          <a:p>
            <a:pPr marL="171450" indent="-171450"/>
            <a:r>
              <a:rPr lang="en-US" sz="1400" dirty="0"/>
              <a:t>IIS se </a:t>
            </a:r>
            <a:r>
              <a:rPr lang="en-US" sz="1400" dirty="0" err="1"/>
              <a:t>skládá</a:t>
            </a:r>
            <a:r>
              <a:rPr lang="en-US" sz="1400" dirty="0"/>
              <a:t> z </a:t>
            </a:r>
            <a:r>
              <a:rPr lang="en-US" sz="1400" dirty="0" err="1"/>
              <a:t>několika</a:t>
            </a:r>
            <a:r>
              <a:rPr lang="en-US" sz="1400" dirty="0"/>
              <a:t> </a:t>
            </a:r>
            <a:r>
              <a:rPr lang="en-US" sz="1400" dirty="0" err="1"/>
              <a:t>klíčových</a:t>
            </a:r>
            <a:r>
              <a:rPr lang="en-US" sz="1400" dirty="0"/>
              <a:t> </a:t>
            </a:r>
            <a:r>
              <a:rPr lang="en-US" sz="1400" dirty="0" err="1"/>
              <a:t>komponentů</a:t>
            </a:r>
            <a:r>
              <a:rPr lang="en-US" sz="1400" dirty="0"/>
              <a:t> z World Wide Web </a:t>
            </a:r>
            <a:r>
              <a:rPr lang="en-US" sz="1400" dirty="0" err="1"/>
              <a:t>služby</a:t>
            </a:r>
            <a:r>
              <a:rPr lang="en-US" sz="1400" dirty="0"/>
              <a:t>, FTP </a:t>
            </a:r>
            <a:r>
              <a:rPr lang="en-US" sz="1400" dirty="0" err="1"/>
              <a:t>služby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SMTP </a:t>
            </a:r>
            <a:r>
              <a:rPr lang="en-US" sz="1400" dirty="0" err="1"/>
              <a:t>služby</a:t>
            </a:r>
            <a:r>
              <a:rPr lang="cs-CZ" sz="1400" dirty="0"/>
              <a:t>.</a:t>
            </a:r>
            <a:endParaRPr lang="en-US" sz="1400" dirty="0"/>
          </a:p>
          <a:p>
            <a:pPr marL="171450" indent="-171450"/>
            <a:endParaRPr lang="en-US" sz="1400" dirty="0"/>
          </a:p>
        </p:txBody>
      </p:sp>
      <p:pic>
        <p:nvPicPr>
          <p:cNvPr id="1026" name="Picture 2" descr="Confluence Mobile – ELVAC SOLUTIONS Documentations">
            <a:extLst>
              <a:ext uri="{FF2B5EF4-FFF2-40B4-BE49-F238E27FC236}">
                <a16:creationId xmlns:a16="http://schemas.microsoft.com/office/drawing/2014/main" id="{1973905C-759B-C969-1A96-B13CB0238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087" y="872720"/>
            <a:ext cx="3256980" cy="359194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966739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>
          <a:extLst>
            <a:ext uri="{FF2B5EF4-FFF2-40B4-BE49-F238E27FC236}">
              <a16:creationId xmlns:a16="http://schemas.microsoft.com/office/drawing/2014/main" id="{38864438-A3D6-0BCE-C894-98C5FAA66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2">
            <a:extLst>
              <a:ext uri="{FF2B5EF4-FFF2-40B4-BE49-F238E27FC236}">
                <a16:creationId xmlns:a16="http://schemas.microsoft.com/office/drawing/2014/main" id="{D1CA6570-AF8D-BBE6-C3B3-0179DCD6E4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4527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Moduly IIS</a:t>
            </a:r>
          </a:p>
        </p:txBody>
      </p:sp>
      <p:sp>
        <p:nvSpPr>
          <p:cNvPr id="527" name="Google Shape;527;p32">
            <a:extLst>
              <a:ext uri="{FF2B5EF4-FFF2-40B4-BE49-F238E27FC236}">
                <a16:creationId xmlns:a16="http://schemas.microsoft.com/office/drawing/2014/main" id="{46E0A00F-7ECF-F0B0-BEAE-08B053FD1793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807198" y="2154157"/>
            <a:ext cx="3132684" cy="14056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Moduly přidávají specifickou funkcionalitu nebo slouží k manipulaci s HTTP žádostmi a odpověďmi.</a:t>
            </a:r>
          </a:p>
        </p:txBody>
      </p:sp>
      <p:sp>
        <p:nvSpPr>
          <p:cNvPr id="529" name="Google Shape;529;p32">
            <a:extLst>
              <a:ext uri="{FF2B5EF4-FFF2-40B4-BE49-F238E27FC236}">
                <a16:creationId xmlns:a16="http://schemas.microsoft.com/office/drawing/2014/main" id="{3BA2C5FE-7FA2-DAF8-7F2D-1B8DE2EF7058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204120" y="1156930"/>
            <a:ext cx="23289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Statický obsah:</a:t>
            </a:r>
          </a:p>
        </p:txBody>
      </p:sp>
      <p:sp>
        <p:nvSpPr>
          <p:cNvPr id="530" name="Google Shape;530;p32">
            <a:extLst>
              <a:ext uri="{FF2B5EF4-FFF2-40B4-BE49-F238E27FC236}">
                <a16:creationId xmlns:a16="http://schemas.microsoft.com/office/drawing/2014/main" id="{48A6A6D8-7F74-AB29-07F5-679B96212C36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208796" y="1699279"/>
            <a:ext cx="2328900" cy="9820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StaticFileModule</a:t>
            </a:r>
            <a:r>
              <a:rPr lang="cs-CZ" dirty="0"/>
              <a:t> =&gt; p</a:t>
            </a:r>
            <a:r>
              <a:rPr lang="en-US" dirty="0" err="1"/>
              <a:t>oskytuje</a:t>
            </a:r>
            <a:r>
              <a:rPr lang="en-US" dirty="0"/>
              <a:t> </a:t>
            </a:r>
            <a:r>
              <a:rPr lang="en-US" dirty="0" err="1"/>
              <a:t>obsluhu</a:t>
            </a:r>
            <a:r>
              <a:rPr lang="en-US" dirty="0"/>
              <a:t> </a:t>
            </a:r>
            <a:r>
              <a:rPr lang="en-US" dirty="0" err="1"/>
              <a:t>statických</a:t>
            </a:r>
            <a:r>
              <a:rPr lang="en-US" dirty="0"/>
              <a:t> </a:t>
            </a:r>
            <a:r>
              <a:rPr lang="en-US" dirty="0" err="1"/>
              <a:t>souborů</a:t>
            </a:r>
            <a:r>
              <a:rPr lang="en-US" dirty="0"/>
              <a:t>,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jsou</a:t>
            </a:r>
            <a:r>
              <a:rPr lang="en-US" dirty="0"/>
              <a:t> HTML, CSS, </a:t>
            </a:r>
            <a:r>
              <a:rPr lang="en-US" dirty="0" err="1"/>
              <a:t>obrázky</a:t>
            </a:r>
            <a:r>
              <a:rPr lang="en-US" dirty="0"/>
              <a:t>, </a:t>
            </a:r>
            <a:r>
              <a:rPr lang="en-US" dirty="0" err="1"/>
              <a:t>apod</a:t>
            </a:r>
            <a:r>
              <a:rPr lang="en-US" dirty="0"/>
              <a:t>.</a:t>
            </a:r>
          </a:p>
        </p:txBody>
      </p:sp>
      <p:sp>
        <p:nvSpPr>
          <p:cNvPr id="531" name="Google Shape;531;p32">
            <a:extLst>
              <a:ext uri="{FF2B5EF4-FFF2-40B4-BE49-F238E27FC236}">
                <a16:creationId xmlns:a16="http://schemas.microsoft.com/office/drawing/2014/main" id="{2593A88B-1035-C193-7999-8ABCE0405877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000208" y="3244925"/>
            <a:ext cx="2736723" cy="1153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AspNetCoreModule</a:t>
            </a:r>
            <a:r>
              <a:rPr lang="cs-CZ" dirty="0"/>
              <a:t> =&gt;</a:t>
            </a:r>
            <a:r>
              <a:rPr lang="en-US" dirty="0"/>
              <a:t> </a:t>
            </a:r>
            <a:r>
              <a:rPr lang="cs-CZ" dirty="0"/>
              <a:t>s</a:t>
            </a:r>
            <a:r>
              <a:rPr lang="en-US" dirty="0" err="1"/>
              <a:t>louží</a:t>
            </a:r>
            <a:r>
              <a:rPr lang="en-US" dirty="0"/>
              <a:t> k </a:t>
            </a:r>
            <a:r>
              <a:rPr lang="en-US" dirty="0" err="1"/>
              <a:t>integraci</a:t>
            </a:r>
            <a:r>
              <a:rPr lang="en-US" dirty="0"/>
              <a:t> s ASP.NET Core </a:t>
            </a:r>
            <a:r>
              <a:rPr lang="en-US" dirty="0" err="1"/>
              <a:t>aplikacemi</a:t>
            </a:r>
            <a:r>
              <a:rPr lang="en-US" dirty="0"/>
              <a:t>.</a:t>
            </a:r>
            <a:endParaRPr lang="cs-CZ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IsapiModule</a:t>
            </a:r>
            <a:r>
              <a:rPr lang="cs-CZ" dirty="0"/>
              <a:t> =&gt;</a:t>
            </a:r>
            <a:r>
              <a:rPr lang="en-US" dirty="0"/>
              <a:t> </a:t>
            </a:r>
            <a:r>
              <a:rPr lang="cs-CZ" dirty="0"/>
              <a:t>p</a:t>
            </a:r>
            <a:r>
              <a:rPr lang="en-US" dirty="0" err="1"/>
              <a:t>odporuje</a:t>
            </a:r>
            <a:r>
              <a:rPr lang="en-US" dirty="0"/>
              <a:t> </a:t>
            </a:r>
            <a:r>
              <a:rPr lang="en-US" dirty="0" err="1"/>
              <a:t>aplikace</a:t>
            </a:r>
            <a:r>
              <a:rPr lang="en-US" dirty="0"/>
              <a:t> </a:t>
            </a:r>
            <a:r>
              <a:rPr lang="en-US" dirty="0" err="1"/>
              <a:t>napsané</a:t>
            </a:r>
            <a:r>
              <a:rPr lang="en-US" dirty="0"/>
              <a:t> </a:t>
            </a:r>
            <a:r>
              <a:rPr lang="en-US" dirty="0" err="1"/>
              <a:t>pomocí</a:t>
            </a:r>
            <a:r>
              <a:rPr lang="en-US" dirty="0"/>
              <a:t> ISAPI (Internet Server Application Programming Interface).</a:t>
            </a:r>
          </a:p>
        </p:txBody>
      </p:sp>
      <p:sp>
        <p:nvSpPr>
          <p:cNvPr id="534" name="Google Shape;534;p32">
            <a:extLst>
              <a:ext uri="{FF2B5EF4-FFF2-40B4-BE49-F238E27FC236}">
                <a16:creationId xmlns:a16="http://schemas.microsoft.com/office/drawing/2014/main" id="{64927A3F-5F8E-0113-C1B5-19814CCEA0D0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5213385" y="2863774"/>
            <a:ext cx="2319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Dynamický obsah: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1569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>
          <a:extLst>
            <a:ext uri="{FF2B5EF4-FFF2-40B4-BE49-F238E27FC236}">
              <a16:creationId xmlns:a16="http://schemas.microsoft.com/office/drawing/2014/main" id="{8FF4E1B1-31AA-D98A-9B7D-501974AE0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>
            <a:extLst>
              <a:ext uri="{FF2B5EF4-FFF2-40B4-BE49-F238E27FC236}">
                <a16:creationId xmlns:a16="http://schemas.microsoft.com/office/drawing/2014/main" id="{F15B4732-5345-FBCC-A511-AAA58DC822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ASP.NET v IIS</a:t>
            </a:r>
            <a:endParaRPr lang="en-US" dirty="0"/>
          </a:p>
        </p:txBody>
      </p:sp>
      <p:sp>
        <p:nvSpPr>
          <p:cNvPr id="413" name="Google Shape;413;p30">
            <a:extLst>
              <a:ext uri="{FF2B5EF4-FFF2-40B4-BE49-F238E27FC236}">
                <a16:creationId xmlns:a16="http://schemas.microsoft.com/office/drawing/2014/main" id="{0E21B6E2-B660-D053-3B15-61F2DF54EB1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406886" y="1551428"/>
            <a:ext cx="4854000" cy="14152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ASP.NET (</a:t>
            </a:r>
            <a:r>
              <a:rPr lang="cs-CZ" dirty="0" err="1"/>
              <a:t>Active</a:t>
            </a:r>
            <a:r>
              <a:rPr lang="cs-CZ" dirty="0"/>
              <a:t> Server </a:t>
            </a:r>
            <a:r>
              <a:rPr lang="cs-CZ" dirty="0" err="1"/>
              <a:t>Pages</a:t>
            </a:r>
            <a:r>
              <a:rPr lang="cs-CZ" dirty="0"/>
              <a:t> .NET) je framework pro vývoj webových aplikací od společnosti Microsoft. Je plně integrován v IIS.</a:t>
            </a:r>
          </a:p>
        </p:txBody>
      </p:sp>
      <p:sp>
        <p:nvSpPr>
          <p:cNvPr id="414" name="Google Shape;414;p30">
            <a:extLst>
              <a:ext uri="{FF2B5EF4-FFF2-40B4-BE49-F238E27FC236}">
                <a16:creationId xmlns:a16="http://schemas.microsoft.com/office/drawing/2014/main" id="{64167FF3-5D21-EE3D-92D3-E1494F86FEA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363650" y="3078329"/>
            <a:ext cx="4854000" cy="171041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IIS obsahuje speciální modul pro ASP.NET, který zajišťuje zpracování ASP.NET požadavků. Tento modul je zodpovědný za spuštění ASP.NET runtime a zpracování HTTP požadavků pro ASP.NET stránky a služby.</a:t>
            </a:r>
          </a:p>
        </p:txBody>
      </p:sp>
      <p:grpSp>
        <p:nvGrpSpPr>
          <p:cNvPr id="2" name="Google Shape;1098;p44">
            <a:extLst>
              <a:ext uri="{FF2B5EF4-FFF2-40B4-BE49-F238E27FC236}">
                <a16:creationId xmlns:a16="http://schemas.microsoft.com/office/drawing/2014/main" id="{8F5539B4-C847-FD33-69CD-ECCD778BEB24}"/>
              </a:ext>
            </a:extLst>
          </p:cNvPr>
          <p:cNvGrpSpPr/>
          <p:nvPr/>
        </p:nvGrpSpPr>
        <p:grpSpPr>
          <a:xfrm>
            <a:off x="1890973" y="1688033"/>
            <a:ext cx="297188" cy="296805"/>
            <a:chOff x="6114971" y="2153621"/>
            <a:chExt cx="297188" cy="296805"/>
          </a:xfrm>
        </p:grpSpPr>
        <p:sp>
          <p:nvSpPr>
            <p:cNvPr id="3" name="Google Shape;1099;p44">
              <a:extLst>
                <a:ext uri="{FF2B5EF4-FFF2-40B4-BE49-F238E27FC236}">
                  <a16:creationId xmlns:a16="http://schemas.microsoft.com/office/drawing/2014/main" id="{79BDC057-0D72-063F-96C3-E8A1A6945C8E}"/>
                </a:ext>
              </a:extLst>
            </p:cNvPr>
            <p:cNvSpPr/>
            <p:nvPr/>
          </p:nvSpPr>
          <p:spPr>
            <a:xfrm>
              <a:off x="6114971" y="2311250"/>
              <a:ext cx="108025" cy="34668"/>
            </a:xfrm>
            <a:custGeom>
              <a:avLst/>
              <a:gdLst/>
              <a:ahLst/>
              <a:cxnLst/>
              <a:rect l="l" t="t" r="r" b="b"/>
              <a:pathLst>
                <a:path w="204787" h="65722" extrusionOk="0">
                  <a:moveTo>
                    <a:pt x="204788" y="0"/>
                  </a:moveTo>
                  <a:lnTo>
                    <a:pt x="16193" y="0"/>
                  </a:lnTo>
                  <a:cubicBezTo>
                    <a:pt x="6668" y="0"/>
                    <a:pt x="0" y="7620"/>
                    <a:pt x="0" y="16192"/>
                  </a:cubicBezTo>
                  <a:lnTo>
                    <a:pt x="0" y="65722"/>
                  </a:lnTo>
                  <a:lnTo>
                    <a:pt x="172402" y="65722"/>
                  </a:lnTo>
                  <a:lnTo>
                    <a:pt x="2047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100;p44">
              <a:extLst>
                <a:ext uri="{FF2B5EF4-FFF2-40B4-BE49-F238E27FC236}">
                  <a16:creationId xmlns:a16="http://schemas.microsoft.com/office/drawing/2014/main" id="{E905A03F-2507-1091-BE05-B0D2631553DF}"/>
                </a:ext>
              </a:extLst>
            </p:cNvPr>
            <p:cNvSpPr/>
            <p:nvPr/>
          </p:nvSpPr>
          <p:spPr>
            <a:xfrm>
              <a:off x="6114971" y="2311250"/>
              <a:ext cx="191431" cy="139177"/>
            </a:xfrm>
            <a:custGeom>
              <a:avLst/>
              <a:gdLst/>
              <a:ahLst/>
              <a:cxnLst/>
              <a:rect l="l" t="t" r="r" b="b"/>
              <a:pathLst>
                <a:path w="362902" h="263842" extrusionOk="0">
                  <a:moveTo>
                    <a:pt x="346710" y="0"/>
                  </a:moveTo>
                  <a:lnTo>
                    <a:pt x="241935" y="0"/>
                  </a:lnTo>
                  <a:lnTo>
                    <a:pt x="197168" y="89535"/>
                  </a:lnTo>
                  <a:cubicBezTo>
                    <a:pt x="194310" y="95250"/>
                    <a:pt x="188595" y="99060"/>
                    <a:pt x="182880" y="99060"/>
                  </a:cubicBezTo>
                  <a:lnTo>
                    <a:pt x="0" y="99060"/>
                  </a:lnTo>
                  <a:lnTo>
                    <a:pt x="0" y="247650"/>
                  </a:lnTo>
                  <a:cubicBezTo>
                    <a:pt x="0" y="257175"/>
                    <a:pt x="7620" y="263842"/>
                    <a:pt x="16193" y="263842"/>
                  </a:cubicBezTo>
                  <a:lnTo>
                    <a:pt x="346710" y="263842"/>
                  </a:lnTo>
                  <a:cubicBezTo>
                    <a:pt x="356235" y="263842"/>
                    <a:pt x="362902" y="256222"/>
                    <a:pt x="362902" y="247650"/>
                  </a:cubicBezTo>
                  <a:lnTo>
                    <a:pt x="362902" y="17145"/>
                  </a:lnTo>
                  <a:cubicBezTo>
                    <a:pt x="362902" y="7620"/>
                    <a:pt x="356235" y="0"/>
                    <a:pt x="346710" y="0"/>
                  </a:cubicBezTo>
                  <a:lnTo>
                    <a:pt x="346710" y="0"/>
                  </a:lnTo>
                  <a:close/>
                  <a:moveTo>
                    <a:pt x="280988" y="164783"/>
                  </a:moveTo>
                  <a:lnTo>
                    <a:pt x="81915" y="164783"/>
                  </a:lnTo>
                  <a:cubicBezTo>
                    <a:pt x="72390" y="164783"/>
                    <a:pt x="65723" y="157163"/>
                    <a:pt x="65723" y="148590"/>
                  </a:cubicBezTo>
                  <a:cubicBezTo>
                    <a:pt x="65723" y="140017"/>
                    <a:pt x="73343" y="132397"/>
                    <a:pt x="81915" y="132397"/>
                  </a:cubicBezTo>
                  <a:lnTo>
                    <a:pt x="280988" y="132397"/>
                  </a:lnTo>
                  <a:cubicBezTo>
                    <a:pt x="290513" y="132397"/>
                    <a:pt x="297180" y="140017"/>
                    <a:pt x="297180" y="148590"/>
                  </a:cubicBezTo>
                  <a:cubicBezTo>
                    <a:pt x="297180" y="157163"/>
                    <a:pt x="290513" y="164783"/>
                    <a:pt x="280988" y="164783"/>
                  </a:cubicBezTo>
                  <a:lnTo>
                    <a:pt x="280988" y="16478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01;p44">
              <a:extLst>
                <a:ext uri="{FF2B5EF4-FFF2-40B4-BE49-F238E27FC236}">
                  <a16:creationId xmlns:a16="http://schemas.microsoft.com/office/drawing/2014/main" id="{26864FC1-9D35-2C11-F616-8296CEF36E90}"/>
                </a:ext>
              </a:extLst>
            </p:cNvPr>
            <p:cNvSpPr/>
            <p:nvPr/>
          </p:nvSpPr>
          <p:spPr>
            <a:xfrm>
              <a:off x="6220225" y="2153621"/>
              <a:ext cx="108025" cy="34668"/>
            </a:xfrm>
            <a:custGeom>
              <a:avLst/>
              <a:gdLst/>
              <a:ahLst/>
              <a:cxnLst/>
              <a:rect l="l" t="t" r="r" b="b"/>
              <a:pathLst>
                <a:path w="204787" h="65722" extrusionOk="0">
                  <a:moveTo>
                    <a:pt x="204788" y="0"/>
                  </a:moveTo>
                  <a:lnTo>
                    <a:pt x="16192" y="0"/>
                  </a:lnTo>
                  <a:cubicBezTo>
                    <a:pt x="6667" y="0"/>
                    <a:pt x="0" y="7620"/>
                    <a:pt x="0" y="16192"/>
                  </a:cubicBezTo>
                  <a:lnTo>
                    <a:pt x="0" y="65722"/>
                  </a:lnTo>
                  <a:lnTo>
                    <a:pt x="172402" y="65722"/>
                  </a:lnTo>
                  <a:lnTo>
                    <a:pt x="2047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102;p44">
              <a:extLst>
                <a:ext uri="{FF2B5EF4-FFF2-40B4-BE49-F238E27FC236}">
                  <a16:creationId xmlns:a16="http://schemas.microsoft.com/office/drawing/2014/main" id="{D850BE38-F289-5D20-2764-37AD83D567D5}"/>
                </a:ext>
              </a:extLst>
            </p:cNvPr>
            <p:cNvSpPr/>
            <p:nvPr/>
          </p:nvSpPr>
          <p:spPr>
            <a:xfrm>
              <a:off x="6220729" y="2153621"/>
              <a:ext cx="191431" cy="139177"/>
            </a:xfrm>
            <a:custGeom>
              <a:avLst/>
              <a:gdLst/>
              <a:ahLst/>
              <a:cxnLst/>
              <a:rect l="l" t="t" r="r" b="b"/>
              <a:pathLst>
                <a:path w="362902" h="263842" extrusionOk="0">
                  <a:moveTo>
                    <a:pt x="345757" y="0"/>
                  </a:moveTo>
                  <a:lnTo>
                    <a:pt x="240982" y="0"/>
                  </a:lnTo>
                  <a:lnTo>
                    <a:pt x="196215" y="89535"/>
                  </a:lnTo>
                  <a:cubicBezTo>
                    <a:pt x="193357" y="95250"/>
                    <a:pt x="187643" y="99060"/>
                    <a:pt x="181927" y="99060"/>
                  </a:cubicBezTo>
                  <a:lnTo>
                    <a:pt x="0" y="99060"/>
                  </a:lnTo>
                  <a:lnTo>
                    <a:pt x="0" y="247650"/>
                  </a:lnTo>
                  <a:cubicBezTo>
                    <a:pt x="0" y="257175"/>
                    <a:pt x="7620" y="263842"/>
                    <a:pt x="16193" y="263842"/>
                  </a:cubicBezTo>
                  <a:lnTo>
                    <a:pt x="346710" y="263842"/>
                  </a:lnTo>
                  <a:cubicBezTo>
                    <a:pt x="356235" y="263842"/>
                    <a:pt x="362902" y="256222"/>
                    <a:pt x="362902" y="247650"/>
                  </a:cubicBezTo>
                  <a:lnTo>
                    <a:pt x="362902" y="17145"/>
                  </a:lnTo>
                  <a:cubicBezTo>
                    <a:pt x="361950" y="7620"/>
                    <a:pt x="354330" y="0"/>
                    <a:pt x="345757" y="0"/>
                  </a:cubicBezTo>
                  <a:lnTo>
                    <a:pt x="345757" y="0"/>
                  </a:lnTo>
                  <a:close/>
                  <a:moveTo>
                    <a:pt x="280035" y="164783"/>
                  </a:moveTo>
                  <a:lnTo>
                    <a:pt x="80963" y="164783"/>
                  </a:lnTo>
                  <a:cubicBezTo>
                    <a:pt x="71438" y="164783"/>
                    <a:pt x="64770" y="157163"/>
                    <a:pt x="64770" y="148590"/>
                  </a:cubicBezTo>
                  <a:cubicBezTo>
                    <a:pt x="64770" y="140017"/>
                    <a:pt x="72390" y="132397"/>
                    <a:pt x="80963" y="132397"/>
                  </a:cubicBezTo>
                  <a:lnTo>
                    <a:pt x="280035" y="132397"/>
                  </a:lnTo>
                  <a:cubicBezTo>
                    <a:pt x="289560" y="132397"/>
                    <a:pt x="296227" y="140017"/>
                    <a:pt x="296227" y="148590"/>
                  </a:cubicBezTo>
                  <a:cubicBezTo>
                    <a:pt x="296227" y="157163"/>
                    <a:pt x="288607" y="164783"/>
                    <a:pt x="280035" y="164783"/>
                  </a:cubicBezTo>
                  <a:lnTo>
                    <a:pt x="280035" y="16478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103;p44">
              <a:extLst>
                <a:ext uri="{FF2B5EF4-FFF2-40B4-BE49-F238E27FC236}">
                  <a16:creationId xmlns:a16="http://schemas.microsoft.com/office/drawing/2014/main" id="{0FDAEC0C-E1DF-5286-CC1D-AB02FEEF28AB}"/>
                </a:ext>
              </a:extLst>
            </p:cNvPr>
            <p:cNvSpPr/>
            <p:nvPr/>
          </p:nvSpPr>
          <p:spPr>
            <a:xfrm>
              <a:off x="6115432" y="2206877"/>
              <a:ext cx="86589" cy="86546"/>
            </a:xfrm>
            <a:custGeom>
              <a:avLst/>
              <a:gdLst/>
              <a:ahLst/>
              <a:cxnLst/>
              <a:rect l="l" t="t" r="r" b="b"/>
              <a:pathLst>
                <a:path w="164149" h="164068" extrusionOk="0">
                  <a:moveTo>
                    <a:pt x="15321" y="164068"/>
                  </a:moveTo>
                  <a:lnTo>
                    <a:pt x="64851" y="164068"/>
                  </a:lnTo>
                  <a:cubicBezTo>
                    <a:pt x="74376" y="164068"/>
                    <a:pt x="81043" y="156448"/>
                    <a:pt x="81043" y="147876"/>
                  </a:cubicBezTo>
                  <a:cubicBezTo>
                    <a:pt x="81043" y="139303"/>
                    <a:pt x="73423" y="131683"/>
                    <a:pt x="64851" y="131683"/>
                  </a:cubicBezTo>
                  <a:lnTo>
                    <a:pt x="55326" y="131683"/>
                  </a:lnTo>
                  <a:lnTo>
                    <a:pt x="159148" y="27861"/>
                  </a:lnTo>
                  <a:cubicBezTo>
                    <a:pt x="165816" y="21193"/>
                    <a:pt x="165816" y="10716"/>
                    <a:pt x="159148" y="5001"/>
                  </a:cubicBezTo>
                  <a:cubicBezTo>
                    <a:pt x="152481" y="-1667"/>
                    <a:pt x="142003" y="-1667"/>
                    <a:pt x="136289" y="5001"/>
                  </a:cubicBezTo>
                  <a:lnTo>
                    <a:pt x="32466" y="108823"/>
                  </a:lnTo>
                  <a:lnTo>
                    <a:pt x="32466" y="99298"/>
                  </a:lnTo>
                  <a:cubicBezTo>
                    <a:pt x="32466" y="89773"/>
                    <a:pt x="24846" y="83106"/>
                    <a:pt x="16273" y="83106"/>
                  </a:cubicBezTo>
                  <a:cubicBezTo>
                    <a:pt x="7701" y="83106"/>
                    <a:pt x="81" y="90726"/>
                    <a:pt x="81" y="99298"/>
                  </a:cubicBezTo>
                  <a:lnTo>
                    <a:pt x="81" y="148828"/>
                  </a:lnTo>
                  <a:cubicBezTo>
                    <a:pt x="-872" y="156448"/>
                    <a:pt x="6748" y="164068"/>
                    <a:pt x="15321" y="164068"/>
                  </a:cubicBezTo>
                  <a:lnTo>
                    <a:pt x="15321" y="16406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104;p44">
              <a:extLst>
                <a:ext uri="{FF2B5EF4-FFF2-40B4-BE49-F238E27FC236}">
                  <a16:creationId xmlns:a16="http://schemas.microsoft.com/office/drawing/2014/main" id="{FFB14E57-3FF7-85CF-5789-F7BD097E0066}"/>
                </a:ext>
              </a:extLst>
            </p:cNvPr>
            <p:cNvSpPr/>
            <p:nvPr/>
          </p:nvSpPr>
          <p:spPr>
            <a:xfrm>
              <a:off x="6324849" y="2310746"/>
              <a:ext cx="86589" cy="86546"/>
            </a:xfrm>
            <a:custGeom>
              <a:avLst/>
              <a:gdLst/>
              <a:ahLst/>
              <a:cxnLst/>
              <a:rect l="l" t="t" r="r" b="b"/>
              <a:pathLst>
                <a:path w="164149" h="164068" extrusionOk="0">
                  <a:moveTo>
                    <a:pt x="148828" y="0"/>
                  </a:moveTo>
                  <a:lnTo>
                    <a:pt x="99298" y="0"/>
                  </a:lnTo>
                  <a:cubicBezTo>
                    <a:pt x="89773" y="0"/>
                    <a:pt x="83106" y="7620"/>
                    <a:pt x="83106" y="16192"/>
                  </a:cubicBezTo>
                  <a:cubicBezTo>
                    <a:pt x="83106" y="24765"/>
                    <a:pt x="90726" y="32385"/>
                    <a:pt x="99298" y="32385"/>
                  </a:cubicBezTo>
                  <a:lnTo>
                    <a:pt x="108823" y="32385"/>
                  </a:lnTo>
                  <a:lnTo>
                    <a:pt x="5001" y="136208"/>
                  </a:lnTo>
                  <a:cubicBezTo>
                    <a:pt x="-1667" y="142875"/>
                    <a:pt x="-1667" y="153353"/>
                    <a:pt x="5001" y="159067"/>
                  </a:cubicBezTo>
                  <a:cubicBezTo>
                    <a:pt x="11668" y="165735"/>
                    <a:pt x="22146" y="165735"/>
                    <a:pt x="27860" y="159067"/>
                  </a:cubicBezTo>
                  <a:lnTo>
                    <a:pt x="131683" y="55245"/>
                  </a:lnTo>
                  <a:lnTo>
                    <a:pt x="131683" y="64770"/>
                  </a:lnTo>
                  <a:cubicBezTo>
                    <a:pt x="131683" y="74295"/>
                    <a:pt x="139303" y="80963"/>
                    <a:pt x="147876" y="80963"/>
                  </a:cubicBezTo>
                  <a:cubicBezTo>
                    <a:pt x="156448" y="80963"/>
                    <a:pt x="164068" y="73342"/>
                    <a:pt x="164068" y="64770"/>
                  </a:cubicBezTo>
                  <a:lnTo>
                    <a:pt x="164068" y="17145"/>
                  </a:lnTo>
                  <a:cubicBezTo>
                    <a:pt x="165021" y="7620"/>
                    <a:pt x="157401" y="0"/>
                    <a:pt x="148828" y="0"/>
                  </a:cubicBezTo>
                  <a:lnTo>
                    <a:pt x="1488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oogle Shape;1197;p44">
            <a:extLst>
              <a:ext uri="{FF2B5EF4-FFF2-40B4-BE49-F238E27FC236}">
                <a16:creationId xmlns:a16="http://schemas.microsoft.com/office/drawing/2014/main" id="{F96CFD96-346B-D178-9506-A3F1F943B8B6}"/>
              </a:ext>
            </a:extLst>
          </p:cNvPr>
          <p:cNvGrpSpPr/>
          <p:nvPr/>
        </p:nvGrpSpPr>
        <p:grpSpPr>
          <a:xfrm>
            <a:off x="1890998" y="3211797"/>
            <a:ext cx="296442" cy="296826"/>
            <a:chOff x="4815666" y="3498247"/>
            <a:chExt cx="296442" cy="296826"/>
          </a:xfrm>
        </p:grpSpPr>
        <p:sp>
          <p:nvSpPr>
            <p:cNvPr id="10" name="Google Shape;1198;p44">
              <a:extLst>
                <a:ext uri="{FF2B5EF4-FFF2-40B4-BE49-F238E27FC236}">
                  <a16:creationId xmlns:a16="http://schemas.microsoft.com/office/drawing/2014/main" id="{4B100AE8-D434-7DEB-9FD9-2FC3CA0C7226}"/>
                </a:ext>
              </a:extLst>
            </p:cNvPr>
            <p:cNvSpPr/>
            <p:nvPr/>
          </p:nvSpPr>
          <p:spPr>
            <a:xfrm>
              <a:off x="4815666" y="3498247"/>
              <a:ext cx="158772" cy="52254"/>
            </a:xfrm>
            <a:custGeom>
              <a:avLst/>
              <a:gdLst/>
              <a:ahLst/>
              <a:cxnLst/>
              <a:rect l="l" t="t" r="r" b="b"/>
              <a:pathLst>
                <a:path w="300989" h="99059" extrusionOk="0">
                  <a:moveTo>
                    <a:pt x="267652" y="99060"/>
                  </a:moveTo>
                  <a:lnTo>
                    <a:pt x="300990" y="0"/>
                  </a:lnTo>
                  <a:lnTo>
                    <a:pt x="16193" y="0"/>
                  </a:lnTo>
                  <a:cubicBezTo>
                    <a:pt x="6668" y="0"/>
                    <a:pt x="0" y="7620"/>
                    <a:pt x="0" y="16193"/>
                  </a:cubicBezTo>
                  <a:lnTo>
                    <a:pt x="0" y="98107"/>
                  </a:lnTo>
                  <a:lnTo>
                    <a:pt x="267652" y="98107"/>
                  </a:lnTo>
                  <a:close/>
                  <a:moveTo>
                    <a:pt x="214313" y="33338"/>
                  </a:moveTo>
                  <a:cubicBezTo>
                    <a:pt x="223838" y="33338"/>
                    <a:pt x="230505" y="40957"/>
                    <a:pt x="230505" y="49530"/>
                  </a:cubicBezTo>
                  <a:cubicBezTo>
                    <a:pt x="230505" y="59055"/>
                    <a:pt x="222885" y="65722"/>
                    <a:pt x="214313" y="65722"/>
                  </a:cubicBezTo>
                  <a:cubicBezTo>
                    <a:pt x="205740" y="65722"/>
                    <a:pt x="198120" y="58103"/>
                    <a:pt x="198120" y="49530"/>
                  </a:cubicBezTo>
                  <a:cubicBezTo>
                    <a:pt x="197168" y="40005"/>
                    <a:pt x="204788" y="33338"/>
                    <a:pt x="214313" y="33338"/>
                  </a:cubicBezTo>
                  <a:lnTo>
                    <a:pt x="214313" y="33338"/>
                  </a:lnTo>
                  <a:close/>
                  <a:moveTo>
                    <a:pt x="148590" y="33338"/>
                  </a:moveTo>
                  <a:cubicBezTo>
                    <a:pt x="158115" y="33338"/>
                    <a:pt x="164782" y="40957"/>
                    <a:pt x="164782" y="49530"/>
                  </a:cubicBezTo>
                  <a:cubicBezTo>
                    <a:pt x="164782" y="59055"/>
                    <a:pt x="157163" y="65722"/>
                    <a:pt x="148590" y="65722"/>
                  </a:cubicBezTo>
                  <a:cubicBezTo>
                    <a:pt x="140018" y="65722"/>
                    <a:pt x="132398" y="58103"/>
                    <a:pt x="132398" y="49530"/>
                  </a:cubicBezTo>
                  <a:cubicBezTo>
                    <a:pt x="131445" y="40005"/>
                    <a:pt x="139065" y="33338"/>
                    <a:pt x="148590" y="33338"/>
                  </a:cubicBezTo>
                  <a:lnTo>
                    <a:pt x="148590" y="33338"/>
                  </a:lnTo>
                  <a:close/>
                  <a:moveTo>
                    <a:pt x="81915" y="33338"/>
                  </a:moveTo>
                  <a:cubicBezTo>
                    <a:pt x="91440" y="33338"/>
                    <a:pt x="98107" y="40957"/>
                    <a:pt x="98107" y="49530"/>
                  </a:cubicBezTo>
                  <a:cubicBezTo>
                    <a:pt x="98107" y="59055"/>
                    <a:pt x="90488" y="65722"/>
                    <a:pt x="81915" y="65722"/>
                  </a:cubicBezTo>
                  <a:cubicBezTo>
                    <a:pt x="73343" y="65722"/>
                    <a:pt x="65723" y="58103"/>
                    <a:pt x="65723" y="49530"/>
                  </a:cubicBezTo>
                  <a:cubicBezTo>
                    <a:pt x="65723" y="40005"/>
                    <a:pt x="73343" y="33338"/>
                    <a:pt x="81915" y="33338"/>
                  </a:cubicBezTo>
                  <a:lnTo>
                    <a:pt x="81915" y="3333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99;p44">
              <a:extLst>
                <a:ext uri="{FF2B5EF4-FFF2-40B4-BE49-F238E27FC236}">
                  <a16:creationId xmlns:a16="http://schemas.microsoft.com/office/drawing/2014/main" id="{5546A745-8942-64C3-A327-297C02DD6375}"/>
                </a:ext>
              </a:extLst>
            </p:cNvPr>
            <p:cNvSpPr/>
            <p:nvPr/>
          </p:nvSpPr>
          <p:spPr>
            <a:xfrm>
              <a:off x="4815666" y="3498247"/>
              <a:ext cx="296442" cy="226602"/>
            </a:xfrm>
            <a:custGeom>
              <a:avLst/>
              <a:gdLst/>
              <a:ahLst/>
              <a:cxnLst/>
              <a:rect l="l" t="t" r="r" b="b"/>
              <a:pathLst>
                <a:path w="561975" h="429577" extrusionOk="0">
                  <a:moveTo>
                    <a:pt x="545782" y="0"/>
                  </a:moveTo>
                  <a:lnTo>
                    <a:pt x="336232" y="0"/>
                  </a:lnTo>
                  <a:lnTo>
                    <a:pt x="296227" y="120015"/>
                  </a:lnTo>
                  <a:cubicBezTo>
                    <a:pt x="294323" y="126682"/>
                    <a:pt x="287655" y="131445"/>
                    <a:pt x="280988" y="131445"/>
                  </a:cubicBezTo>
                  <a:lnTo>
                    <a:pt x="0" y="131445"/>
                  </a:lnTo>
                  <a:lnTo>
                    <a:pt x="0" y="413385"/>
                  </a:lnTo>
                  <a:cubicBezTo>
                    <a:pt x="0" y="422910"/>
                    <a:pt x="7620" y="429578"/>
                    <a:pt x="16193" y="429578"/>
                  </a:cubicBezTo>
                  <a:lnTo>
                    <a:pt x="71438" y="429578"/>
                  </a:lnTo>
                  <a:cubicBezTo>
                    <a:pt x="67627" y="413385"/>
                    <a:pt x="65723" y="397193"/>
                    <a:pt x="65723" y="380047"/>
                  </a:cubicBezTo>
                  <a:cubicBezTo>
                    <a:pt x="65723" y="261938"/>
                    <a:pt x="161925" y="165735"/>
                    <a:pt x="280035" y="165735"/>
                  </a:cubicBezTo>
                  <a:cubicBezTo>
                    <a:pt x="398145" y="165735"/>
                    <a:pt x="494348" y="261938"/>
                    <a:pt x="494348" y="380047"/>
                  </a:cubicBezTo>
                  <a:cubicBezTo>
                    <a:pt x="494348" y="397193"/>
                    <a:pt x="492443" y="413385"/>
                    <a:pt x="488632" y="429578"/>
                  </a:cubicBezTo>
                  <a:lnTo>
                    <a:pt x="545782" y="429578"/>
                  </a:lnTo>
                  <a:cubicBezTo>
                    <a:pt x="555307" y="429578"/>
                    <a:pt x="561975" y="421957"/>
                    <a:pt x="561975" y="413385"/>
                  </a:cubicBezTo>
                  <a:lnTo>
                    <a:pt x="561975" y="16193"/>
                  </a:lnTo>
                  <a:cubicBezTo>
                    <a:pt x="561975" y="7620"/>
                    <a:pt x="554355" y="0"/>
                    <a:pt x="545782" y="0"/>
                  </a:cubicBezTo>
                  <a:lnTo>
                    <a:pt x="54578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00;p44">
              <a:extLst>
                <a:ext uri="{FF2B5EF4-FFF2-40B4-BE49-F238E27FC236}">
                  <a16:creationId xmlns:a16="http://schemas.microsoft.com/office/drawing/2014/main" id="{E8199334-13E2-02B8-D1F4-F433B2CFC4B6}"/>
                </a:ext>
              </a:extLst>
            </p:cNvPr>
            <p:cNvSpPr/>
            <p:nvPr/>
          </p:nvSpPr>
          <p:spPr>
            <a:xfrm>
              <a:off x="4868041" y="3604004"/>
              <a:ext cx="191431" cy="187411"/>
            </a:xfrm>
            <a:custGeom>
              <a:avLst/>
              <a:gdLst/>
              <a:ahLst/>
              <a:cxnLst/>
              <a:rect l="l" t="t" r="r" b="b"/>
              <a:pathLst>
                <a:path w="362902" h="355282" extrusionOk="0">
                  <a:moveTo>
                    <a:pt x="180975" y="0"/>
                  </a:moveTo>
                  <a:cubicBezTo>
                    <a:pt x="80963" y="0"/>
                    <a:pt x="0" y="80963"/>
                    <a:pt x="0" y="180975"/>
                  </a:cubicBezTo>
                  <a:cubicBezTo>
                    <a:pt x="0" y="263843"/>
                    <a:pt x="56197" y="333375"/>
                    <a:pt x="131445" y="355282"/>
                  </a:cubicBezTo>
                  <a:lnTo>
                    <a:pt x="131445" y="284797"/>
                  </a:lnTo>
                  <a:cubicBezTo>
                    <a:pt x="91440" y="265747"/>
                    <a:pt x="65722" y="225743"/>
                    <a:pt x="65722" y="180975"/>
                  </a:cubicBezTo>
                  <a:cubicBezTo>
                    <a:pt x="65722" y="132397"/>
                    <a:pt x="96202" y="89535"/>
                    <a:pt x="142875" y="72390"/>
                  </a:cubicBezTo>
                  <a:cubicBezTo>
                    <a:pt x="147638" y="70485"/>
                    <a:pt x="153352" y="71438"/>
                    <a:pt x="158115" y="74295"/>
                  </a:cubicBezTo>
                  <a:cubicBezTo>
                    <a:pt x="162877" y="77153"/>
                    <a:pt x="164782" y="82868"/>
                    <a:pt x="164782" y="87630"/>
                  </a:cubicBezTo>
                  <a:lnTo>
                    <a:pt x="164782" y="163830"/>
                  </a:lnTo>
                  <a:lnTo>
                    <a:pt x="198120" y="163830"/>
                  </a:lnTo>
                  <a:lnTo>
                    <a:pt x="198120" y="87630"/>
                  </a:lnTo>
                  <a:cubicBezTo>
                    <a:pt x="198120" y="81915"/>
                    <a:pt x="200977" y="77153"/>
                    <a:pt x="204788" y="74295"/>
                  </a:cubicBezTo>
                  <a:cubicBezTo>
                    <a:pt x="209550" y="71438"/>
                    <a:pt x="214313" y="70485"/>
                    <a:pt x="220027" y="72390"/>
                  </a:cubicBezTo>
                  <a:cubicBezTo>
                    <a:pt x="265747" y="88582"/>
                    <a:pt x="297180" y="132397"/>
                    <a:pt x="297180" y="180975"/>
                  </a:cubicBezTo>
                  <a:cubicBezTo>
                    <a:pt x="297180" y="225743"/>
                    <a:pt x="271463" y="265747"/>
                    <a:pt x="231457" y="284797"/>
                  </a:cubicBezTo>
                  <a:lnTo>
                    <a:pt x="231457" y="355282"/>
                  </a:lnTo>
                  <a:cubicBezTo>
                    <a:pt x="307657" y="333375"/>
                    <a:pt x="362902" y="263843"/>
                    <a:pt x="362902" y="180975"/>
                  </a:cubicBezTo>
                  <a:cubicBezTo>
                    <a:pt x="361950" y="80963"/>
                    <a:pt x="280988" y="0"/>
                    <a:pt x="180975" y="0"/>
                  </a:cubicBezTo>
                  <a:lnTo>
                    <a:pt x="1809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201;p44">
              <a:extLst>
                <a:ext uri="{FF2B5EF4-FFF2-40B4-BE49-F238E27FC236}">
                  <a16:creationId xmlns:a16="http://schemas.microsoft.com/office/drawing/2014/main" id="{19731160-ECC1-C9B9-9491-EC89E30C8B30}"/>
                </a:ext>
              </a:extLst>
            </p:cNvPr>
            <p:cNvSpPr/>
            <p:nvPr/>
          </p:nvSpPr>
          <p:spPr>
            <a:xfrm>
              <a:off x="4919912" y="3664940"/>
              <a:ext cx="86923" cy="130133"/>
            </a:xfrm>
            <a:custGeom>
              <a:avLst/>
              <a:gdLst/>
              <a:ahLst/>
              <a:cxnLst/>
              <a:rect l="l" t="t" r="r" b="b"/>
              <a:pathLst>
                <a:path w="164782" h="246697" extrusionOk="0">
                  <a:moveTo>
                    <a:pt x="99060" y="158115"/>
                  </a:moveTo>
                  <a:cubicBezTo>
                    <a:pt x="99060" y="151447"/>
                    <a:pt x="103822" y="144780"/>
                    <a:pt x="109538" y="142875"/>
                  </a:cubicBezTo>
                  <a:cubicBezTo>
                    <a:pt x="141922" y="131445"/>
                    <a:pt x="164782" y="100013"/>
                    <a:pt x="164782" y="65722"/>
                  </a:cubicBezTo>
                  <a:cubicBezTo>
                    <a:pt x="164782" y="40005"/>
                    <a:pt x="152400" y="15240"/>
                    <a:pt x="131445" y="0"/>
                  </a:cubicBezTo>
                  <a:lnTo>
                    <a:pt x="131445" y="65722"/>
                  </a:lnTo>
                  <a:cubicBezTo>
                    <a:pt x="131445" y="75247"/>
                    <a:pt x="123825" y="81915"/>
                    <a:pt x="115252" y="81915"/>
                  </a:cubicBezTo>
                  <a:lnTo>
                    <a:pt x="49530" y="81915"/>
                  </a:lnTo>
                  <a:cubicBezTo>
                    <a:pt x="40005" y="81915"/>
                    <a:pt x="33338" y="74295"/>
                    <a:pt x="33338" y="65722"/>
                  </a:cubicBezTo>
                  <a:lnTo>
                    <a:pt x="33338" y="0"/>
                  </a:lnTo>
                  <a:cubicBezTo>
                    <a:pt x="13335" y="15240"/>
                    <a:pt x="0" y="39053"/>
                    <a:pt x="0" y="65722"/>
                  </a:cubicBezTo>
                  <a:cubicBezTo>
                    <a:pt x="0" y="100013"/>
                    <a:pt x="21907" y="131445"/>
                    <a:pt x="55245" y="142875"/>
                  </a:cubicBezTo>
                  <a:cubicBezTo>
                    <a:pt x="61913" y="144780"/>
                    <a:pt x="65722" y="151447"/>
                    <a:pt x="65722" y="158115"/>
                  </a:cubicBezTo>
                  <a:lnTo>
                    <a:pt x="65722" y="245745"/>
                  </a:lnTo>
                  <a:cubicBezTo>
                    <a:pt x="71438" y="246697"/>
                    <a:pt x="76200" y="246697"/>
                    <a:pt x="81915" y="246697"/>
                  </a:cubicBezTo>
                  <a:cubicBezTo>
                    <a:pt x="87630" y="246697"/>
                    <a:pt x="93345" y="246697"/>
                    <a:pt x="98107" y="245745"/>
                  </a:cubicBezTo>
                  <a:lnTo>
                    <a:pt x="98107" y="15811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6205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F048D5DD-2F42-625C-F7A9-BDE0D85E0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9">
            <a:extLst>
              <a:ext uri="{FF2B5EF4-FFF2-40B4-BE49-F238E27FC236}">
                <a16:creationId xmlns:a16="http://schemas.microsoft.com/office/drawing/2014/main" id="{DD42DCD3-3438-AC9C-3C15-4A8BB30F6E7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572000" y="2565781"/>
            <a:ext cx="3359365" cy="13424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Mezi techniky zařizující optimalizaci výkonu patří například </a:t>
            </a:r>
            <a:r>
              <a:rPr lang="cs-CZ" dirty="0" err="1"/>
              <a:t>caching</a:t>
            </a:r>
            <a:r>
              <a:rPr lang="cs-CZ" dirty="0"/>
              <a:t> a kompresní logiky.</a:t>
            </a:r>
          </a:p>
        </p:txBody>
      </p:sp>
      <p:sp>
        <p:nvSpPr>
          <p:cNvPr id="365" name="Google Shape;365;p29">
            <a:extLst>
              <a:ext uri="{FF2B5EF4-FFF2-40B4-BE49-F238E27FC236}">
                <a16:creationId xmlns:a16="http://schemas.microsoft.com/office/drawing/2014/main" id="{E8885E93-026A-14C6-A230-AC274E76F7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830302"/>
            <a:ext cx="7704000" cy="785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dirty="0"/>
              <a:t>Výkon a optimalizace</a:t>
            </a:r>
          </a:p>
        </p:txBody>
      </p:sp>
      <p:sp>
        <p:nvSpPr>
          <p:cNvPr id="368" name="Google Shape;368;p29">
            <a:extLst>
              <a:ext uri="{FF2B5EF4-FFF2-40B4-BE49-F238E27FC236}">
                <a16:creationId xmlns:a16="http://schemas.microsoft.com/office/drawing/2014/main" id="{39678CE4-840A-CCA6-BC0E-4D9E90673C9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71693" y="2487101"/>
            <a:ext cx="3359364" cy="17166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Optimalizace výkonu v IIS vyžaduje kombinaci konfiguračních nastavení, vývojářských postupů a správného správního přístupu.</a:t>
            </a:r>
          </a:p>
        </p:txBody>
      </p:sp>
      <p:grpSp>
        <p:nvGrpSpPr>
          <p:cNvPr id="2" name="Google Shape;1007;p44">
            <a:extLst>
              <a:ext uri="{FF2B5EF4-FFF2-40B4-BE49-F238E27FC236}">
                <a16:creationId xmlns:a16="http://schemas.microsoft.com/office/drawing/2014/main" id="{4AD1D088-CAE2-A840-DD25-86842D707AF6}"/>
              </a:ext>
            </a:extLst>
          </p:cNvPr>
          <p:cNvGrpSpPr/>
          <p:nvPr/>
        </p:nvGrpSpPr>
        <p:grpSpPr>
          <a:xfrm>
            <a:off x="2803656" y="2023225"/>
            <a:ext cx="295437" cy="295562"/>
            <a:chOff x="2036763" y="1484204"/>
            <a:chExt cx="295437" cy="295562"/>
          </a:xfrm>
        </p:grpSpPr>
        <p:sp>
          <p:nvSpPr>
            <p:cNvPr id="3" name="Google Shape;1008;p44">
              <a:extLst>
                <a:ext uri="{FF2B5EF4-FFF2-40B4-BE49-F238E27FC236}">
                  <a16:creationId xmlns:a16="http://schemas.microsoft.com/office/drawing/2014/main" id="{DABA59B4-3604-AA5A-46B1-BC7A20325A38}"/>
                </a:ext>
              </a:extLst>
            </p:cNvPr>
            <p:cNvSpPr/>
            <p:nvPr/>
          </p:nvSpPr>
          <p:spPr>
            <a:xfrm>
              <a:off x="2105757" y="1553828"/>
              <a:ext cx="156762" cy="156762"/>
            </a:xfrm>
            <a:custGeom>
              <a:avLst/>
              <a:gdLst/>
              <a:ahLst/>
              <a:cxnLst/>
              <a:rect l="l" t="t" r="r" b="b"/>
              <a:pathLst>
                <a:path w="297180" h="297179" extrusionOk="0">
                  <a:moveTo>
                    <a:pt x="148590" y="0"/>
                  </a:moveTo>
                  <a:cubicBezTo>
                    <a:pt x="66675" y="0"/>
                    <a:pt x="0" y="66675"/>
                    <a:pt x="0" y="148590"/>
                  </a:cubicBezTo>
                  <a:cubicBezTo>
                    <a:pt x="0" y="230505"/>
                    <a:pt x="66675" y="297180"/>
                    <a:pt x="148590" y="297180"/>
                  </a:cubicBezTo>
                  <a:cubicBezTo>
                    <a:pt x="230505" y="297180"/>
                    <a:pt x="297180" y="230505"/>
                    <a:pt x="297180" y="148590"/>
                  </a:cubicBezTo>
                  <a:cubicBezTo>
                    <a:pt x="297180" y="66675"/>
                    <a:pt x="230505" y="0"/>
                    <a:pt x="148590" y="0"/>
                  </a:cubicBezTo>
                  <a:lnTo>
                    <a:pt x="148590" y="0"/>
                  </a:lnTo>
                  <a:close/>
                  <a:moveTo>
                    <a:pt x="110490" y="186690"/>
                  </a:moveTo>
                  <a:cubicBezTo>
                    <a:pt x="117158" y="193358"/>
                    <a:pt x="117158" y="203835"/>
                    <a:pt x="110490" y="209550"/>
                  </a:cubicBezTo>
                  <a:cubicBezTo>
                    <a:pt x="103823" y="216217"/>
                    <a:pt x="93345" y="216217"/>
                    <a:pt x="87630" y="209550"/>
                  </a:cubicBezTo>
                  <a:lnTo>
                    <a:pt x="38100" y="160020"/>
                  </a:lnTo>
                  <a:cubicBezTo>
                    <a:pt x="31433" y="153353"/>
                    <a:pt x="31433" y="142875"/>
                    <a:pt x="38100" y="137160"/>
                  </a:cubicBezTo>
                  <a:lnTo>
                    <a:pt x="87630" y="87630"/>
                  </a:lnTo>
                  <a:cubicBezTo>
                    <a:pt x="94298" y="80963"/>
                    <a:pt x="104775" y="80963"/>
                    <a:pt x="110490" y="87630"/>
                  </a:cubicBezTo>
                  <a:cubicBezTo>
                    <a:pt x="117158" y="94298"/>
                    <a:pt x="117158" y="104775"/>
                    <a:pt x="110490" y="110490"/>
                  </a:cubicBezTo>
                  <a:lnTo>
                    <a:pt x="72390" y="148590"/>
                  </a:lnTo>
                  <a:lnTo>
                    <a:pt x="110490" y="186690"/>
                  </a:lnTo>
                  <a:close/>
                  <a:moveTo>
                    <a:pt x="155258" y="232410"/>
                  </a:moveTo>
                  <a:cubicBezTo>
                    <a:pt x="154305" y="240983"/>
                    <a:pt x="145733" y="247650"/>
                    <a:pt x="137160" y="246698"/>
                  </a:cubicBezTo>
                  <a:cubicBezTo>
                    <a:pt x="128588" y="245745"/>
                    <a:pt x="121920" y="237173"/>
                    <a:pt x="122873" y="228600"/>
                  </a:cubicBezTo>
                  <a:lnTo>
                    <a:pt x="142875" y="63818"/>
                  </a:lnTo>
                  <a:cubicBezTo>
                    <a:pt x="143828" y="55245"/>
                    <a:pt x="151448" y="48578"/>
                    <a:pt x="160973" y="49530"/>
                  </a:cubicBezTo>
                  <a:cubicBezTo>
                    <a:pt x="169545" y="50483"/>
                    <a:pt x="176213" y="59055"/>
                    <a:pt x="175260" y="67628"/>
                  </a:cubicBezTo>
                  <a:lnTo>
                    <a:pt x="155258" y="232410"/>
                  </a:lnTo>
                  <a:close/>
                  <a:moveTo>
                    <a:pt x="259080" y="160020"/>
                  </a:moveTo>
                  <a:lnTo>
                    <a:pt x="209550" y="209550"/>
                  </a:lnTo>
                  <a:cubicBezTo>
                    <a:pt x="202883" y="216217"/>
                    <a:pt x="192405" y="216217"/>
                    <a:pt x="186690" y="209550"/>
                  </a:cubicBezTo>
                  <a:cubicBezTo>
                    <a:pt x="180023" y="202883"/>
                    <a:pt x="180023" y="192405"/>
                    <a:pt x="186690" y="186690"/>
                  </a:cubicBezTo>
                  <a:lnTo>
                    <a:pt x="224790" y="148590"/>
                  </a:lnTo>
                  <a:lnTo>
                    <a:pt x="186690" y="110490"/>
                  </a:lnTo>
                  <a:cubicBezTo>
                    <a:pt x="180023" y="103823"/>
                    <a:pt x="180023" y="93345"/>
                    <a:pt x="186690" y="87630"/>
                  </a:cubicBezTo>
                  <a:cubicBezTo>
                    <a:pt x="193358" y="80963"/>
                    <a:pt x="203835" y="80963"/>
                    <a:pt x="209550" y="87630"/>
                  </a:cubicBezTo>
                  <a:lnTo>
                    <a:pt x="259080" y="137160"/>
                  </a:lnTo>
                  <a:cubicBezTo>
                    <a:pt x="265748" y="143828"/>
                    <a:pt x="265748" y="153353"/>
                    <a:pt x="259080" y="160020"/>
                  </a:cubicBezTo>
                  <a:lnTo>
                    <a:pt x="259080" y="1600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009;p44">
              <a:extLst>
                <a:ext uri="{FF2B5EF4-FFF2-40B4-BE49-F238E27FC236}">
                  <a16:creationId xmlns:a16="http://schemas.microsoft.com/office/drawing/2014/main" id="{A83F2C6E-BD9A-F105-1A5D-C53185809C40}"/>
                </a:ext>
              </a:extLst>
            </p:cNvPr>
            <p:cNvSpPr/>
            <p:nvPr/>
          </p:nvSpPr>
          <p:spPr>
            <a:xfrm>
              <a:off x="2036763" y="1484204"/>
              <a:ext cx="295437" cy="295562"/>
            </a:xfrm>
            <a:custGeom>
              <a:avLst/>
              <a:gdLst/>
              <a:ahLst/>
              <a:cxnLst/>
              <a:rect l="l" t="t" r="r" b="b"/>
              <a:pathLst>
                <a:path w="560070" h="560308" extrusionOk="0">
                  <a:moveTo>
                    <a:pt x="555308" y="227886"/>
                  </a:moveTo>
                  <a:cubicBezTo>
                    <a:pt x="554355" y="221218"/>
                    <a:pt x="549593" y="216456"/>
                    <a:pt x="542925" y="214551"/>
                  </a:cubicBezTo>
                  <a:cubicBezTo>
                    <a:pt x="527685" y="210741"/>
                    <a:pt x="513398" y="200263"/>
                    <a:pt x="507683" y="185976"/>
                  </a:cubicBezTo>
                  <a:cubicBezTo>
                    <a:pt x="501967" y="171688"/>
                    <a:pt x="502920" y="154543"/>
                    <a:pt x="511492" y="141208"/>
                  </a:cubicBezTo>
                  <a:cubicBezTo>
                    <a:pt x="515303" y="135493"/>
                    <a:pt x="514350" y="128826"/>
                    <a:pt x="511492" y="123111"/>
                  </a:cubicBezTo>
                  <a:cubicBezTo>
                    <a:pt x="491490" y="93583"/>
                    <a:pt x="466725" y="68818"/>
                    <a:pt x="437198" y="48816"/>
                  </a:cubicBezTo>
                  <a:cubicBezTo>
                    <a:pt x="431483" y="45006"/>
                    <a:pt x="424815" y="45006"/>
                    <a:pt x="419100" y="48816"/>
                  </a:cubicBezTo>
                  <a:cubicBezTo>
                    <a:pt x="405765" y="57388"/>
                    <a:pt x="388620" y="58341"/>
                    <a:pt x="374333" y="52626"/>
                  </a:cubicBezTo>
                  <a:cubicBezTo>
                    <a:pt x="360045" y="46911"/>
                    <a:pt x="349567" y="32623"/>
                    <a:pt x="345758" y="17383"/>
                  </a:cubicBezTo>
                  <a:cubicBezTo>
                    <a:pt x="343853" y="10716"/>
                    <a:pt x="339090" y="5953"/>
                    <a:pt x="332423" y="5001"/>
                  </a:cubicBezTo>
                  <a:cubicBezTo>
                    <a:pt x="297180" y="-1667"/>
                    <a:pt x="262890" y="-1667"/>
                    <a:pt x="227648" y="5001"/>
                  </a:cubicBezTo>
                  <a:cubicBezTo>
                    <a:pt x="220980" y="5953"/>
                    <a:pt x="216217" y="10716"/>
                    <a:pt x="214313" y="17383"/>
                  </a:cubicBezTo>
                  <a:cubicBezTo>
                    <a:pt x="210503" y="32623"/>
                    <a:pt x="200025" y="46911"/>
                    <a:pt x="185738" y="52626"/>
                  </a:cubicBezTo>
                  <a:cubicBezTo>
                    <a:pt x="171450" y="58341"/>
                    <a:pt x="154305" y="57388"/>
                    <a:pt x="140970" y="48816"/>
                  </a:cubicBezTo>
                  <a:cubicBezTo>
                    <a:pt x="135255" y="45006"/>
                    <a:pt x="128588" y="45958"/>
                    <a:pt x="122873" y="48816"/>
                  </a:cubicBezTo>
                  <a:cubicBezTo>
                    <a:pt x="93345" y="68818"/>
                    <a:pt x="68580" y="93583"/>
                    <a:pt x="48578" y="123111"/>
                  </a:cubicBezTo>
                  <a:cubicBezTo>
                    <a:pt x="44767" y="128826"/>
                    <a:pt x="44767" y="135493"/>
                    <a:pt x="48578" y="141208"/>
                  </a:cubicBezTo>
                  <a:cubicBezTo>
                    <a:pt x="57150" y="154543"/>
                    <a:pt x="58103" y="171688"/>
                    <a:pt x="52388" y="185976"/>
                  </a:cubicBezTo>
                  <a:cubicBezTo>
                    <a:pt x="46673" y="200263"/>
                    <a:pt x="32385" y="210741"/>
                    <a:pt x="17145" y="214551"/>
                  </a:cubicBezTo>
                  <a:cubicBezTo>
                    <a:pt x="10478" y="216456"/>
                    <a:pt x="5715" y="221218"/>
                    <a:pt x="4763" y="227886"/>
                  </a:cubicBezTo>
                  <a:cubicBezTo>
                    <a:pt x="953" y="245983"/>
                    <a:pt x="0" y="263128"/>
                    <a:pt x="0" y="280273"/>
                  </a:cubicBezTo>
                  <a:cubicBezTo>
                    <a:pt x="0" y="297418"/>
                    <a:pt x="1905" y="315516"/>
                    <a:pt x="4763" y="332661"/>
                  </a:cubicBezTo>
                  <a:cubicBezTo>
                    <a:pt x="5715" y="339328"/>
                    <a:pt x="10478" y="344091"/>
                    <a:pt x="17145" y="345996"/>
                  </a:cubicBezTo>
                  <a:cubicBezTo>
                    <a:pt x="32385" y="349806"/>
                    <a:pt x="46673" y="360283"/>
                    <a:pt x="52388" y="374571"/>
                  </a:cubicBezTo>
                  <a:cubicBezTo>
                    <a:pt x="58103" y="388858"/>
                    <a:pt x="57150" y="406003"/>
                    <a:pt x="48578" y="419338"/>
                  </a:cubicBezTo>
                  <a:cubicBezTo>
                    <a:pt x="44767" y="425053"/>
                    <a:pt x="45720" y="431721"/>
                    <a:pt x="48578" y="437436"/>
                  </a:cubicBezTo>
                  <a:cubicBezTo>
                    <a:pt x="68580" y="466963"/>
                    <a:pt x="93345" y="491728"/>
                    <a:pt x="122873" y="511731"/>
                  </a:cubicBezTo>
                  <a:cubicBezTo>
                    <a:pt x="128588" y="515541"/>
                    <a:pt x="135255" y="515541"/>
                    <a:pt x="140970" y="511731"/>
                  </a:cubicBezTo>
                  <a:cubicBezTo>
                    <a:pt x="154305" y="503158"/>
                    <a:pt x="171450" y="502206"/>
                    <a:pt x="185738" y="507921"/>
                  </a:cubicBezTo>
                  <a:cubicBezTo>
                    <a:pt x="200025" y="513636"/>
                    <a:pt x="210503" y="527923"/>
                    <a:pt x="214313" y="543163"/>
                  </a:cubicBezTo>
                  <a:cubicBezTo>
                    <a:pt x="216217" y="549831"/>
                    <a:pt x="220980" y="554593"/>
                    <a:pt x="227648" y="555546"/>
                  </a:cubicBezTo>
                  <a:cubicBezTo>
                    <a:pt x="245745" y="559356"/>
                    <a:pt x="262890" y="560308"/>
                    <a:pt x="280035" y="560308"/>
                  </a:cubicBezTo>
                  <a:cubicBezTo>
                    <a:pt x="297180" y="560308"/>
                    <a:pt x="315278" y="558403"/>
                    <a:pt x="332423" y="555546"/>
                  </a:cubicBezTo>
                  <a:cubicBezTo>
                    <a:pt x="339090" y="554593"/>
                    <a:pt x="343853" y="549831"/>
                    <a:pt x="345758" y="543163"/>
                  </a:cubicBezTo>
                  <a:cubicBezTo>
                    <a:pt x="349567" y="527923"/>
                    <a:pt x="360045" y="513636"/>
                    <a:pt x="374333" y="507921"/>
                  </a:cubicBezTo>
                  <a:cubicBezTo>
                    <a:pt x="388620" y="502206"/>
                    <a:pt x="405765" y="503158"/>
                    <a:pt x="419100" y="511731"/>
                  </a:cubicBezTo>
                  <a:cubicBezTo>
                    <a:pt x="424815" y="515541"/>
                    <a:pt x="431483" y="514588"/>
                    <a:pt x="437198" y="511731"/>
                  </a:cubicBezTo>
                  <a:cubicBezTo>
                    <a:pt x="466725" y="491728"/>
                    <a:pt x="491490" y="466963"/>
                    <a:pt x="511492" y="437436"/>
                  </a:cubicBezTo>
                  <a:cubicBezTo>
                    <a:pt x="515303" y="431721"/>
                    <a:pt x="515303" y="425053"/>
                    <a:pt x="511492" y="419338"/>
                  </a:cubicBezTo>
                  <a:cubicBezTo>
                    <a:pt x="502920" y="406003"/>
                    <a:pt x="501967" y="388858"/>
                    <a:pt x="507683" y="374571"/>
                  </a:cubicBezTo>
                  <a:cubicBezTo>
                    <a:pt x="507683" y="374571"/>
                    <a:pt x="507683" y="374571"/>
                    <a:pt x="507683" y="374571"/>
                  </a:cubicBezTo>
                  <a:cubicBezTo>
                    <a:pt x="513398" y="360283"/>
                    <a:pt x="527685" y="349806"/>
                    <a:pt x="542925" y="345996"/>
                  </a:cubicBezTo>
                  <a:cubicBezTo>
                    <a:pt x="549593" y="344091"/>
                    <a:pt x="554355" y="339328"/>
                    <a:pt x="555308" y="332661"/>
                  </a:cubicBezTo>
                  <a:cubicBezTo>
                    <a:pt x="559118" y="314563"/>
                    <a:pt x="560070" y="297418"/>
                    <a:pt x="560070" y="280273"/>
                  </a:cubicBezTo>
                  <a:cubicBezTo>
                    <a:pt x="560070" y="263128"/>
                    <a:pt x="558165" y="245031"/>
                    <a:pt x="555308" y="227886"/>
                  </a:cubicBezTo>
                  <a:lnTo>
                    <a:pt x="555308" y="227886"/>
                  </a:lnTo>
                  <a:close/>
                  <a:moveTo>
                    <a:pt x="279083" y="461248"/>
                  </a:moveTo>
                  <a:cubicBezTo>
                    <a:pt x="179070" y="461248"/>
                    <a:pt x="98108" y="380286"/>
                    <a:pt x="98108" y="280273"/>
                  </a:cubicBezTo>
                  <a:cubicBezTo>
                    <a:pt x="98108" y="180261"/>
                    <a:pt x="179070" y="99298"/>
                    <a:pt x="279083" y="99298"/>
                  </a:cubicBezTo>
                  <a:cubicBezTo>
                    <a:pt x="379095" y="99298"/>
                    <a:pt x="460058" y="180261"/>
                    <a:pt x="460058" y="280273"/>
                  </a:cubicBezTo>
                  <a:cubicBezTo>
                    <a:pt x="460058" y="380286"/>
                    <a:pt x="379095" y="461248"/>
                    <a:pt x="279083" y="461248"/>
                  </a:cubicBezTo>
                  <a:lnTo>
                    <a:pt x="279083" y="4612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Google Shape;1067;p44">
            <a:extLst>
              <a:ext uri="{FF2B5EF4-FFF2-40B4-BE49-F238E27FC236}">
                <a16:creationId xmlns:a16="http://schemas.microsoft.com/office/drawing/2014/main" id="{DF36956E-433F-265A-52CB-214429E6F120}"/>
              </a:ext>
            </a:extLst>
          </p:cNvPr>
          <p:cNvSpPr/>
          <p:nvPr/>
        </p:nvSpPr>
        <p:spPr>
          <a:xfrm>
            <a:off x="6103461" y="2022345"/>
            <a:ext cx="296442" cy="296442"/>
          </a:xfrm>
          <a:custGeom>
            <a:avLst/>
            <a:gdLst/>
            <a:ahLst/>
            <a:cxnLst/>
            <a:rect l="l" t="t" r="r" b="b"/>
            <a:pathLst>
              <a:path w="561975" h="561975" extrusionOk="0">
                <a:moveTo>
                  <a:pt x="512445" y="462915"/>
                </a:moveTo>
                <a:cubicBezTo>
                  <a:pt x="510540" y="462915"/>
                  <a:pt x="508635" y="462915"/>
                  <a:pt x="506730" y="463868"/>
                </a:cubicBezTo>
                <a:lnTo>
                  <a:pt x="481965" y="414338"/>
                </a:lnTo>
                <a:cubicBezTo>
                  <a:pt x="490538" y="405765"/>
                  <a:pt x="496252" y="393383"/>
                  <a:pt x="496252" y="380048"/>
                </a:cubicBezTo>
                <a:cubicBezTo>
                  <a:pt x="496252" y="352425"/>
                  <a:pt x="474345" y="330518"/>
                  <a:pt x="446723" y="330518"/>
                </a:cubicBezTo>
                <a:cubicBezTo>
                  <a:pt x="434340" y="330518"/>
                  <a:pt x="423863" y="335280"/>
                  <a:pt x="415290" y="341948"/>
                </a:cubicBezTo>
                <a:lnTo>
                  <a:pt x="358140" y="307658"/>
                </a:lnTo>
                <a:cubicBezTo>
                  <a:pt x="360998" y="299085"/>
                  <a:pt x="362902" y="290513"/>
                  <a:pt x="362902" y="280988"/>
                </a:cubicBezTo>
                <a:cubicBezTo>
                  <a:pt x="362902" y="271463"/>
                  <a:pt x="360998" y="262890"/>
                  <a:pt x="358140" y="254318"/>
                </a:cubicBezTo>
                <a:lnTo>
                  <a:pt x="415290" y="220028"/>
                </a:lnTo>
                <a:cubicBezTo>
                  <a:pt x="423863" y="226695"/>
                  <a:pt x="434340" y="231458"/>
                  <a:pt x="446723" y="231458"/>
                </a:cubicBezTo>
                <a:cubicBezTo>
                  <a:pt x="474345" y="231458"/>
                  <a:pt x="496252" y="209550"/>
                  <a:pt x="496252" y="181928"/>
                </a:cubicBezTo>
                <a:cubicBezTo>
                  <a:pt x="496252" y="168593"/>
                  <a:pt x="490538" y="156210"/>
                  <a:pt x="481965" y="147638"/>
                </a:cubicBezTo>
                <a:lnTo>
                  <a:pt x="506730" y="98108"/>
                </a:lnTo>
                <a:cubicBezTo>
                  <a:pt x="508635" y="98108"/>
                  <a:pt x="510540" y="99060"/>
                  <a:pt x="512445" y="99060"/>
                </a:cubicBezTo>
                <a:cubicBezTo>
                  <a:pt x="540067" y="99060"/>
                  <a:pt x="561975" y="77153"/>
                  <a:pt x="561975" y="49530"/>
                </a:cubicBezTo>
                <a:cubicBezTo>
                  <a:pt x="561975" y="21908"/>
                  <a:pt x="540067" y="0"/>
                  <a:pt x="512445" y="0"/>
                </a:cubicBezTo>
                <a:cubicBezTo>
                  <a:pt x="484823" y="0"/>
                  <a:pt x="462915" y="21908"/>
                  <a:pt x="462915" y="49530"/>
                </a:cubicBezTo>
                <a:cubicBezTo>
                  <a:pt x="462915" y="62865"/>
                  <a:pt x="468630" y="75248"/>
                  <a:pt x="477202" y="83820"/>
                </a:cubicBezTo>
                <a:lnTo>
                  <a:pt x="452438" y="133350"/>
                </a:lnTo>
                <a:cubicBezTo>
                  <a:pt x="450533" y="133350"/>
                  <a:pt x="448627" y="132398"/>
                  <a:pt x="446723" y="132398"/>
                </a:cubicBezTo>
                <a:cubicBezTo>
                  <a:pt x="444817" y="132398"/>
                  <a:pt x="442913" y="132398"/>
                  <a:pt x="441008" y="133350"/>
                </a:cubicBezTo>
                <a:lnTo>
                  <a:pt x="416242" y="83820"/>
                </a:lnTo>
                <a:cubicBezTo>
                  <a:pt x="424815" y="75248"/>
                  <a:pt x="430530" y="62865"/>
                  <a:pt x="430530" y="49530"/>
                </a:cubicBezTo>
                <a:cubicBezTo>
                  <a:pt x="430530" y="21908"/>
                  <a:pt x="408623" y="0"/>
                  <a:pt x="381000" y="0"/>
                </a:cubicBezTo>
                <a:cubicBezTo>
                  <a:pt x="353377" y="0"/>
                  <a:pt x="331470" y="21908"/>
                  <a:pt x="331470" y="49530"/>
                </a:cubicBezTo>
                <a:cubicBezTo>
                  <a:pt x="331470" y="77153"/>
                  <a:pt x="353377" y="99060"/>
                  <a:pt x="381000" y="99060"/>
                </a:cubicBezTo>
                <a:cubicBezTo>
                  <a:pt x="382905" y="99060"/>
                  <a:pt x="384810" y="99060"/>
                  <a:pt x="386715" y="98108"/>
                </a:cubicBezTo>
                <a:lnTo>
                  <a:pt x="411480" y="147638"/>
                </a:lnTo>
                <a:cubicBezTo>
                  <a:pt x="402908" y="156210"/>
                  <a:pt x="397192" y="168593"/>
                  <a:pt x="397192" y="181928"/>
                </a:cubicBezTo>
                <a:cubicBezTo>
                  <a:pt x="397192" y="185738"/>
                  <a:pt x="397192" y="188595"/>
                  <a:pt x="398145" y="191453"/>
                </a:cubicBezTo>
                <a:lnTo>
                  <a:pt x="341948" y="224790"/>
                </a:lnTo>
                <a:cubicBezTo>
                  <a:pt x="326708" y="208598"/>
                  <a:pt x="304800" y="197168"/>
                  <a:pt x="280988" y="197168"/>
                </a:cubicBezTo>
                <a:cubicBezTo>
                  <a:pt x="257175" y="197168"/>
                  <a:pt x="235267" y="207645"/>
                  <a:pt x="220027" y="224790"/>
                </a:cubicBezTo>
                <a:lnTo>
                  <a:pt x="163830" y="191453"/>
                </a:lnTo>
                <a:cubicBezTo>
                  <a:pt x="164783" y="188595"/>
                  <a:pt x="164783" y="184785"/>
                  <a:pt x="164783" y="181928"/>
                </a:cubicBezTo>
                <a:cubicBezTo>
                  <a:pt x="164783" y="168593"/>
                  <a:pt x="159067" y="156210"/>
                  <a:pt x="150495" y="147638"/>
                </a:cubicBezTo>
                <a:lnTo>
                  <a:pt x="175260" y="98108"/>
                </a:lnTo>
                <a:cubicBezTo>
                  <a:pt x="177165" y="98108"/>
                  <a:pt x="179070" y="99060"/>
                  <a:pt x="180975" y="99060"/>
                </a:cubicBezTo>
                <a:cubicBezTo>
                  <a:pt x="208598" y="99060"/>
                  <a:pt x="230505" y="77153"/>
                  <a:pt x="230505" y="49530"/>
                </a:cubicBezTo>
                <a:cubicBezTo>
                  <a:pt x="230505" y="21908"/>
                  <a:pt x="208598" y="0"/>
                  <a:pt x="180975" y="0"/>
                </a:cubicBezTo>
                <a:cubicBezTo>
                  <a:pt x="153352" y="0"/>
                  <a:pt x="131445" y="21908"/>
                  <a:pt x="131445" y="49530"/>
                </a:cubicBezTo>
                <a:cubicBezTo>
                  <a:pt x="131445" y="62865"/>
                  <a:pt x="137160" y="75248"/>
                  <a:pt x="145733" y="83820"/>
                </a:cubicBezTo>
                <a:lnTo>
                  <a:pt x="120967" y="133350"/>
                </a:lnTo>
                <a:cubicBezTo>
                  <a:pt x="119063" y="133350"/>
                  <a:pt x="117158" y="132398"/>
                  <a:pt x="115252" y="132398"/>
                </a:cubicBezTo>
                <a:cubicBezTo>
                  <a:pt x="113348" y="132398"/>
                  <a:pt x="111442" y="132398"/>
                  <a:pt x="109538" y="133350"/>
                </a:cubicBezTo>
                <a:lnTo>
                  <a:pt x="84773" y="83820"/>
                </a:lnTo>
                <a:cubicBezTo>
                  <a:pt x="93345" y="75248"/>
                  <a:pt x="99060" y="62865"/>
                  <a:pt x="99060" y="49530"/>
                </a:cubicBezTo>
                <a:cubicBezTo>
                  <a:pt x="99060" y="21908"/>
                  <a:pt x="77152" y="0"/>
                  <a:pt x="49530" y="0"/>
                </a:cubicBezTo>
                <a:cubicBezTo>
                  <a:pt x="21908" y="0"/>
                  <a:pt x="0" y="21908"/>
                  <a:pt x="0" y="49530"/>
                </a:cubicBezTo>
                <a:cubicBezTo>
                  <a:pt x="0" y="77153"/>
                  <a:pt x="21908" y="99060"/>
                  <a:pt x="49530" y="99060"/>
                </a:cubicBezTo>
                <a:cubicBezTo>
                  <a:pt x="51435" y="99060"/>
                  <a:pt x="53340" y="99060"/>
                  <a:pt x="55245" y="98108"/>
                </a:cubicBezTo>
                <a:lnTo>
                  <a:pt x="80010" y="147638"/>
                </a:lnTo>
                <a:cubicBezTo>
                  <a:pt x="71438" y="156210"/>
                  <a:pt x="65723" y="168593"/>
                  <a:pt x="65723" y="181928"/>
                </a:cubicBezTo>
                <a:cubicBezTo>
                  <a:pt x="65723" y="209550"/>
                  <a:pt x="87630" y="231458"/>
                  <a:pt x="115252" y="231458"/>
                </a:cubicBezTo>
                <a:cubicBezTo>
                  <a:pt x="127635" y="231458"/>
                  <a:pt x="138113" y="226695"/>
                  <a:pt x="146685" y="220028"/>
                </a:cubicBezTo>
                <a:lnTo>
                  <a:pt x="203835" y="254318"/>
                </a:lnTo>
                <a:cubicBezTo>
                  <a:pt x="200977" y="262890"/>
                  <a:pt x="199073" y="271463"/>
                  <a:pt x="199073" y="280988"/>
                </a:cubicBezTo>
                <a:cubicBezTo>
                  <a:pt x="199073" y="290513"/>
                  <a:pt x="200977" y="299085"/>
                  <a:pt x="203835" y="307658"/>
                </a:cubicBezTo>
                <a:lnTo>
                  <a:pt x="146685" y="341948"/>
                </a:lnTo>
                <a:cubicBezTo>
                  <a:pt x="138113" y="335280"/>
                  <a:pt x="127635" y="330518"/>
                  <a:pt x="115252" y="330518"/>
                </a:cubicBezTo>
                <a:cubicBezTo>
                  <a:pt x="87630" y="330518"/>
                  <a:pt x="65723" y="352425"/>
                  <a:pt x="65723" y="380048"/>
                </a:cubicBezTo>
                <a:cubicBezTo>
                  <a:pt x="65723" y="393383"/>
                  <a:pt x="71438" y="405765"/>
                  <a:pt x="80010" y="414338"/>
                </a:cubicBezTo>
                <a:lnTo>
                  <a:pt x="55245" y="463868"/>
                </a:lnTo>
                <a:cubicBezTo>
                  <a:pt x="53340" y="463868"/>
                  <a:pt x="51435" y="462915"/>
                  <a:pt x="49530" y="462915"/>
                </a:cubicBezTo>
                <a:cubicBezTo>
                  <a:pt x="21908" y="462915"/>
                  <a:pt x="0" y="484823"/>
                  <a:pt x="0" y="512445"/>
                </a:cubicBezTo>
                <a:cubicBezTo>
                  <a:pt x="0" y="540068"/>
                  <a:pt x="21908" y="561975"/>
                  <a:pt x="49530" y="561975"/>
                </a:cubicBezTo>
                <a:cubicBezTo>
                  <a:pt x="77152" y="561975"/>
                  <a:pt x="99060" y="540068"/>
                  <a:pt x="99060" y="512445"/>
                </a:cubicBezTo>
                <a:cubicBezTo>
                  <a:pt x="99060" y="499110"/>
                  <a:pt x="93345" y="486728"/>
                  <a:pt x="84773" y="478155"/>
                </a:cubicBezTo>
                <a:lnTo>
                  <a:pt x="109538" y="428625"/>
                </a:lnTo>
                <a:cubicBezTo>
                  <a:pt x="111442" y="428625"/>
                  <a:pt x="113348" y="429578"/>
                  <a:pt x="115252" y="429578"/>
                </a:cubicBezTo>
                <a:cubicBezTo>
                  <a:pt x="117158" y="429578"/>
                  <a:pt x="119063" y="429578"/>
                  <a:pt x="120967" y="428625"/>
                </a:cubicBezTo>
                <a:lnTo>
                  <a:pt x="145733" y="478155"/>
                </a:lnTo>
                <a:cubicBezTo>
                  <a:pt x="137160" y="486728"/>
                  <a:pt x="131445" y="499110"/>
                  <a:pt x="131445" y="512445"/>
                </a:cubicBezTo>
                <a:cubicBezTo>
                  <a:pt x="131445" y="540068"/>
                  <a:pt x="153352" y="561975"/>
                  <a:pt x="180975" y="561975"/>
                </a:cubicBezTo>
                <a:cubicBezTo>
                  <a:pt x="208598" y="561975"/>
                  <a:pt x="230505" y="540068"/>
                  <a:pt x="230505" y="512445"/>
                </a:cubicBezTo>
                <a:cubicBezTo>
                  <a:pt x="230505" y="484823"/>
                  <a:pt x="208598" y="462915"/>
                  <a:pt x="180975" y="462915"/>
                </a:cubicBezTo>
                <a:cubicBezTo>
                  <a:pt x="179070" y="462915"/>
                  <a:pt x="177165" y="462915"/>
                  <a:pt x="175260" y="463868"/>
                </a:cubicBezTo>
                <a:lnTo>
                  <a:pt x="150495" y="414338"/>
                </a:lnTo>
                <a:cubicBezTo>
                  <a:pt x="159067" y="405765"/>
                  <a:pt x="164783" y="393383"/>
                  <a:pt x="164783" y="380048"/>
                </a:cubicBezTo>
                <a:cubicBezTo>
                  <a:pt x="164783" y="376238"/>
                  <a:pt x="164783" y="373380"/>
                  <a:pt x="163830" y="370523"/>
                </a:cubicBezTo>
                <a:lnTo>
                  <a:pt x="220027" y="337185"/>
                </a:lnTo>
                <a:cubicBezTo>
                  <a:pt x="235267" y="353378"/>
                  <a:pt x="257175" y="364808"/>
                  <a:pt x="280988" y="364808"/>
                </a:cubicBezTo>
                <a:cubicBezTo>
                  <a:pt x="304800" y="364808"/>
                  <a:pt x="326708" y="354330"/>
                  <a:pt x="341948" y="337185"/>
                </a:cubicBezTo>
                <a:lnTo>
                  <a:pt x="398145" y="370523"/>
                </a:lnTo>
                <a:cubicBezTo>
                  <a:pt x="397192" y="373380"/>
                  <a:pt x="397192" y="377190"/>
                  <a:pt x="397192" y="380048"/>
                </a:cubicBezTo>
                <a:cubicBezTo>
                  <a:pt x="397192" y="393383"/>
                  <a:pt x="402908" y="405765"/>
                  <a:pt x="411480" y="414338"/>
                </a:cubicBezTo>
                <a:lnTo>
                  <a:pt x="386715" y="463868"/>
                </a:lnTo>
                <a:cubicBezTo>
                  <a:pt x="384810" y="463868"/>
                  <a:pt x="382905" y="462915"/>
                  <a:pt x="381000" y="462915"/>
                </a:cubicBezTo>
                <a:cubicBezTo>
                  <a:pt x="353377" y="462915"/>
                  <a:pt x="331470" y="484823"/>
                  <a:pt x="331470" y="512445"/>
                </a:cubicBezTo>
                <a:cubicBezTo>
                  <a:pt x="331470" y="540068"/>
                  <a:pt x="353377" y="561975"/>
                  <a:pt x="381000" y="561975"/>
                </a:cubicBezTo>
                <a:cubicBezTo>
                  <a:pt x="408623" y="561975"/>
                  <a:pt x="430530" y="540068"/>
                  <a:pt x="430530" y="512445"/>
                </a:cubicBezTo>
                <a:cubicBezTo>
                  <a:pt x="430530" y="499110"/>
                  <a:pt x="424815" y="486728"/>
                  <a:pt x="416242" y="478155"/>
                </a:cubicBezTo>
                <a:lnTo>
                  <a:pt x="441008" y="428625"/>
                </a:lnTo>
                <a:cubicBezTo>
                  <a:pt x="442913" y="428625"/>
                  <a:pt x="444817" y="429578"/>
                  <a:pt x="446723" y="429578"/>
                </a:cubicBezTo>
                <a:cubicBezTo>
                  <a:pt x="448627" y="429578"/>
                  <a:pt x="450533" y="429578"/>
                  <a:pt x="452438" y="428625"/>
                </a:cubicBezTo>
                <a:lnTo>
                  <a:pt x="477202" y="478155"/>
                </a:lnTo>
                <a:cubicBezTo>
                  <a:pt x="468630" y="486728"/>
                  <a:pt x="462915" y="499110"/>
                  <a:pt x="462915" y="512445"/>
                </a:cubicBezTo>
                <a:cubicBezTo>
                  <a:pt x="462915" y="540068"/>
                  <a:pt x="484823" y="561975"/>
                  <a:pt x="512445" y="561975"/>
                </a:cubicBezTo>
                <a:cubicBezTo>
                  <a:pt x="540067" y="561975"/>
                  <a:pt x="561975" y="540068"/>
                  <a:pt x="561975" y="512445"/>
                </a:cubicBezTo>
                <a:cubicBezTo>
                  <a:pt x="561975" y="484823"/>
                  <a:pt x="540067" y="462915"/>
                  <a:pt x="512445" y="462915"/>
                </a:cubicBezTo>
                <a:lnTo>
                  <a:pt x="512445" y="46291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6206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>
          <a:extLst>
            <a:ext uri="{FF2B5EF4-FFF2-40B4-BE49-F238E27FC236}">
              <a16:creationId xmlns:a16="http://schemas.microsoft.com/office/drawing/2014/main" id="{B8C757A7-A087-3CA8-1B37-CB485B206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>
            <a:extLst>
              <a:ext uri="{FF2B5EF4-FFF2-40B4-BE49-F238E27FC236}">
                <a16:creationId xmlns:a16="http://schemas.microsoft.com/office/drawing/2014/main" id="{87A631AB-F28E-6B92-7E83-5DC5616C19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92977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Bezpečnost</a:t>
            </a:r>
            <a:r>
              <a:rPr lang="en-US" dirty="0"/>
              <a:t> IIS</a:t>
            </a:r>
          </a:p>
        </p:txBody>
      </p:sp>
      <p:sp>
        <p:nvSpPr>
          <p:cNvPr id="413" name="Google Shape;413;p30">
            <a:extLst>
              <a:ext uri="{FF2B5EF4-FFF2-40B4-BE49-F238E27FC236}">
                <a16:creationId xmlns:a16="http://schemas.microsoft.com/office/drawing/2014/main" id="{1EA698C0-D4EA-CEA9-CBFD-4823B396869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427511" y="1695807"/>
            <a:ext cx="4854000" cy="13636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Jednou z nejdůležitějších bodů bezpečnosti je autentizace ( Windows autentizace, formulářové autentizace a certifikátové autentizace) a autorizace (uživatelské role).</a:t>
            </a:r>
          </a:p>
        </p:txBody>
      </p:sp>
      <p:sp>
        <p:nvSpPr>
          <p:cNvPr id="414" name="Google Shape;414;p30">
            <a:extLst>
              <a:ext uri="{FF2B5EF4-FFF2-40B4-BE49-F238E27FC236}">
                <a16:creationId xmlns:a16="http://schemas.microsoft.com/office/drawing/2014/main" id="{F78DC483-DF2F-D9A3-76DA-D0F830C1BD4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384275" y="3222708"/>
            <a:ext cx="4854000" cy="10394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Zabezpečení komunikace je zajištěna protokoly SSL/TLS. Patří mezi nejdůležitější prvky ochrany dat.</a:t>
            </a:r>
          </a:p>
        </p:txBody>
      </p:sp>
      <p:grpSp>
        <p:nvGrpSpPr>
          <p:cNvPr id="2" name="Google Shape;1176;p44">
            <a:extLst>
              <a:ext uri="{FF2B5EF4-FFF2-40B4-BE49-F238E27FC236}">
                <a16:creationId xmlns:a16="http://schemas.microsoft.com/office/drawing/2014/main" id="{CEB2FCF7-B6AA-DCCC-FDA5-15875761D5FA}"/>
              </a:ext>
            </a:extLst>
          </p:cNvPr>
          <p:cNvGrpSpPr/>
          <p:nvPr/>
        </p:nvGrpSpPr>
        <p:grpSpPr>
          <a:xfrm>
            <a:off x="1912167" y="3294276"/>
            <a:ext cx="297608" cy="278856"/>
            <a:chOff x="2730733" y="3508822"/>
            <a:chExt cx="297608" cy="278856"/>
          </a:xfrm>
        </p:grpSpPr>
        <p:sp>
          <p:nvSpPr>
            <p:cNvPr id="3" name="Google Shape;1177;p44">
              <a:extLst>
                <a:ext uri="{FF2B5EF4-FFF2-40B4-BE49-F238E27FC236}">
                  <a16:creationId xmlns:a16="http://schemas.microsoft.com/office/drawing/2014/main" id="{9CCB969B-BA3C-D847-98BC-D72C3B2EA857}"/>
                </a:ext>
              </a:extLst>
            </p:cNvPr>
            <p:cNvSpPr/>
            <p:nvPr/>
          </p:nvSpPr>
          <p:spPr>
            <a:xfrm>
              <a:off x="2782605" y="3683070"/>
              <a:ext cx="17083" cy="48234"/>
            </a:xfrm>
            <a:custGeom>
              <a:avLst/>
              <a:gdLst/>
              <a:ahLst/>
              <a:cxnLst/>
              <a:rect l="l" t="t" r="r" b="b"/>
              <a:pathLst>
                <a:path w="32385" h="91439" extrusionOk="0">
                  <a:moveTo>
                    <a:pt x="32385" y="91440"/>
                  </a:moveTo>
                  <a:lnTo>
                    <a:pt x="32385" y="0"/>
                  </a:lnTo>
                  <a:lnTo>
                    <a:pt x="0" y="0"/>
                  </a:lnTo>
                  <a:cubicBezTo>
                    <a:pt x="2858" y="42863"/>
                    <a:pt x="16193" y="77152"/>
                    <a:pt x="32385" y="91440"/>
                  </a:cubicBezTo>
                  <a:lnTo>
                    <a:pt x="32385" y="914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178;p44">
              <a:extLst>
                <a:ext uri="{FF2B5EF4-FFF2-40B4-BE49-F238E27FC236}">
                  <a16:creationId xmlns:a16="http://schemas.microsoft.com/office/drawing/2014/main" id="{2C93FC95-32DC-FC72-3412-B55A54997D4D}"/>
                </a:ext>
              </a:extLst>
            </p:cNvPr>
            <p:cNvSpPr/>
            <p:nvPr/>
          </p:nvSpPr>
          <p:spPr>
            <a:xfrm>
              <a:off x="2817354" y="3596954"/>
              <a:ext cx="68835" cy="68835"/>
            </a:xfrm>
            <a:custGeom>
              <a:avLst/>
              <a:gdLst/>
              <a:ahLst/>
              <a:cxnLst/>
              <a:rect l="l" t="t" r="r" b="b"/>
              <a:pathLst>
                <a:path w="130492" h="130492" extrusionOk="0">
                  <a:moveTo>
                    <a:pt x="0" y="953"/>
                  </a:moveTo>
                  <a:cubicBezTo>
                    <a:pt x="35242" y="13335"/>
                    <a:pt x="60960" y="63817"/>
                    <a:pt x="64770" y="130492"/>
                  </a:cubicBezTo>
                  <a:lnTo>
                    <a:pt x="130492" y="130492"/>
                  </a:lnTo>
                  <a:cubicBezTo>
                    <a:pt x="122872" y="61913"/>
                    <a:pt x="68580" y="7620"/>
                    <a:pt x="0" y="0"/>
                  </a:cubicBezTo>
                  <a:lnTo>
                    <a:pt x="0" y="9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79;p44">
              <a:extLst>
                <a:ext uri="{FF2B5EF4-FFF2-40B4-BE49-F238E27FC236}">
                  <a16:creationId xmlns:a16="http://schemas.microsoft.com/office/drawing/2014/main" id="{F87ED288-2CB9-9733-F2F4-6C3F243E3C1B}"/>
                </a:ext>
              </a:extLst>
            </p:cNvPr>
            <p:cNvSpPr/>
            <p:nvPr/>
          </p:nvSpPr>
          <p:spPr>
            <a:xfrm>
              <a:off x="2782605" y="3617601"/>
              <a:ext cx="17083" cy="48234"/>
            </a:xfrm>
            <a:custGeom>
              <a:avLst/>
              <a:gdLst/>
              <a:ahLst/>
              <a:cxnLst/>
              <a:rect l="l" t="t" r="r" b="b"/>
              <a:pathLst>
                <a:path w="32385" h="91439" extrusionOk="0">
                  <a:moveTo>
                    <a:pt x="0" y="91440"/>
                  </a:moveTo>
                  <a:lnTo>
                    <a:pt x="32385" y="91440"/>
                  </a:lnTo>
                  <a:lnTo>
                    <a:pt x="32385" y="0"/>
                  </a:lnTo>
                  <a:cubicBezTo>
                    <a:pt x="16193" y="14288"/>
                    <a:pt x="2858" y="48577"/>
                    <a:pt x="0" y="91440"/>
                  </a:cubicBezTo>
                  <a:lnTo>
                    <a:pt x="0" y="914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180;p44">
              <a:extLst>
                <a:ext uri="{FF2B5EF4-FFF2-40B4-BE49-F238E27FC236}">
                  <a16:creationId xmlns:a16="http://schemas.microsoft.com/office/drawing/2014/main" id="{E0617B1E-BF57-1141-CD26-BE121F05F32C}"/>
                </a:ext>
              </a:extLst>
            </p:cNvPr>
            <p:cNvSpPr/>
            <p:nvPr/>
          </p:nvSpPr>
          <p:spPr>
            <a:xfrm>
              <a:off x="2816850" y="3683070"/>
              <a:ext cx="17083" cy="48234"/>
            </a:xfrm>
            <a:custGeom>
              <a:avLst/>
              <a:gdLst/>
              <a:ahLst/>
              <a:cxnLst/>
              <a:rect l="l" t="t" r="r" b="b"/>
              <a:pathLst>
                <a:path w="32384" h="91439" extrusionOk="0">
                  <a:moveTo>
                    <a:pt x="32385" y="0"/>
                  </a:moveTo>
                  <a:lnTo>
                    <a:pt x="0" y="0"/>
                  </a:lnTo>
                  <a:lnTo>
                    <a:pt x="0" y="91440"/>
                  </a:lnTo>
                  <a:cubicBezTo>
                    <a:pt x="16192" y="77152"/>
                    <a:pt x="29528" y="42863"/>
                    <a:pt x="32385" y="0"/>
                  </a:cubicBezTo>
                  <a:lnTo>
                    <a:pt x="323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181;p44">
              <a:extLst>
                <a:ext uri="{FF2B5EF4-FFF2-40B4-BE49-F238E27FC236}">
                  <a16:creationId xmlns:a16="http://schemas.microsoft.com/office/drawing/2014/main" id="{392A3F6D-36B2-09FD-8CF0-9EE435DDF4D7}"/>
                </a:ext>
              </a:extLst>
            </p:cNvPr>
            <p:cNvSpPr/>
            <p:nvPr/>
          </p:nvSpPr>
          <p:spPr>
            <a:xfrm>
              <a:off x="2817354" y="3617601"/>
              <a:ext cx="17083" cy="48234"/>
            </a:xfrm>
            <a:custGeom>
              <a:avLst/>
              <a:gdLst/>
              <a:ahLst/>
              <a:cxnLst/>
              <a:rect l="l" t="t" r="r" b="b"/>
              <a:pathLst>
                <a:path w="32384" h="91439" extrusionOk="0">
                  <a:moveTo>
                    <a:pt x="0" y="0"/>
                  </a:moveTo>
                  <a:lnTo>
                    <a:pt x="0" y="91440"/>
                  </a:lnTo>
                  <a:lnTo>
                    <a:pt x="32385" y="91440"/>
                  </a:lnTo>
                  <a:cubicBezTo>
                    <a:pt x="28575" y="48577"/>
                    <a:pt x="15240" y="14288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182;p44">
              <a:extLst>
                <a:ext uri="{FF2B5EF4-FFF2-40B4-BE49-F238E27FC236}">
                  <a16:creationId xmlns:a16="http://schemas.microsoft.com/office/drawing/2014/main" id="{A5630F4E-840D-70AB-FCB6-F2CD8659B662}"/>
                </a:ext>
              </a:extLst>
            </p:cNvPr>
            <p:cNvSpPr/>
            <p:nvPr/>
          </p:nvSpPr>
          <p:spPr>
            <a:xfrm>
              <a:off x="2817354" y="3683070"/>
              <a:ext cx="68835" cy="69337"/>
            </a:xfrm>
            <a:custGeom>
              <a:avLst/>
              <a:gdLst/>
              <a:ahLst/>
              <a:cxnLst/>
              <a:rect l="l" t="t" r="r" b="b"/>
              <a:pathLst>
                <a:path w="130492" h="131444" extrusionOk="0">
                  <a:moveTo>
                    <a:pt x="64770" y="0"/>
                  </a:moveTo>
                  <a:cubicBezTo>
                    <a:pt x="60960" y="66675"/>
                    <a:pt x="35242" y="117157"/>
                    <a:pt x="0" y="129540"/>
                  </a:cubicBezTo>
                  <a:lnTo>
                    <a:pt x="0" y="131445"/>
                  </a:lnTo>
                  <a:cubicBezTo>
                    <a:pt x="21907" y="128588"/>
                    <a:pt x="43815" y="121920"/>
                    <a:pt x="61913" y="109538"/>
                  </a:cubicBezTo>
                  <a:cubicBezTo>
                    <a:pt x="100965" y="84772"/>
                    <a:pt x="125730" y="44767"/>
                    <a:pt x="130492" y="0"/>
                  </a:cubicBezTo>
                  <a:lnTo>
                    <a:pt x="647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183;p44">
              <a:extLst>
                <a:ext uri="{FF2B5EF4-FFF2-40B4-BE49-F238E27FC236}">
                  <a16:creationId xmlns:a16="http://schemas.microsoft.com/office/drawing/2014/main" id="{87C2F4A0-3CAC-D10C-8046-57369FF3D975}"/>
                </a:ext>
              </a:extLst>
            </p:cNvPr>
            <p:cNvSpPr/>
            <p:nvPr/>
          </p:nvSpPr>
          <p:spPr>
            <a:xfrm>
              <a:off x="2730733" y="3596954"/>
              <a:ext cx="68835" cy="68835"/>
            </a:xfrm>
            <a:custGeom>
              <a:avLst/>
              <a:gdLst/>
              <a:ahLst/>
              <a:cxnLst/>
              <a:rect l="l" t="t" r="r" b="b"/>
              <a:pathLst>
                <a:path w="130492" h="130492" extrusionOk="0">
                  <a:moveTo>
                    <a:pt x="65722" y="130492"/>
                  </a:moveTo>
                  <a:cubicBezTo>
                    <a:pt x="69532" y="63817"/>
                    <a:pt x="95250" y="13335"/>
                    <a:pt x="130493" y="953"/>
                  </a:cubicBezTo>
                  <a:lnTo>
                    <a:pt x="130493" y="0"/>
                  </a:lnTo>
                  <a:cubicBezTo>
                    <a:pt x="61913" y="7620"/>
                    <a:pt x="7620" y="61913"/>
                    <a:pt x="0" y="130492"/>
                  </a:cubicBezTo>
                  <a:lnTo>
                    <a:pt x="65722" y="130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184;p44">
              <a:extLst>
                <a:ext uri="{FF2B5EF4-FFF2-40B4-BE49-F238E27FC236}">
                  <a16:creationId xmlns:a16="http://schemas.microsoft.com/office/drawing/2014/main" id="{0E8D5DDD-DFEA-6BDC-23E4-27B3A9838334}"/>
                </a:ext>
              </a:extLst>
            </p:cNvPr>
            <p:cNvSpPr/>
            <p:nvPr/>
          </p:nvSpPr>
          <p:spPr>
            <a:xfrm>
              <a:off x="2730733" y="3683070"/>
              <a:ext cx="68835" cy="68835"/>
            </a:xfrm>
            <a:custGeom>
              <a:avLst/>
              <a:gdLst/>
              <a:ahLst/>
              <a:cxnLst/>
              <a:rect l="l" t="t" r="r" b="b"/>
              <a:pathLst>
                <a:path w="130492" h="130492" extrusionOk="0">
                  <a:moveTo>
                    <a:pt x="130493" y="129540"/>
                  </a:moveTo>
                  <a:cubicBezTo>
                    <a:pt x="95250" y="117157"/>
                    <a:pt x="69532" y="66675"/>
                    <a:pt x="65722" y="0"/>
                  </a:cubicBezTo>
                  <a:lnTo>
                    <a:pt x="0" y="0"/>
                  </a:lnTo>
                  <a:cubicBezTo>
                    <a:pt x="7620" y="68580"/>
                    <a:pt x="61913" y="122872"/>
                    <a:pt x="130493" y="130492"/>
                  </a:cubicBezTo>
                  <a:lnTo>
                    <a:pt x="130493" y="1295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85;p44">
              <a:extLst>
                <a:ext uri="{FF2B5EF4-FFF2-40B4-BE49-F238E27FC236}">
                  <a16:creationId xmlns:a16="http://schemas.microsoft.com/office/drawing/2014/main" id="{11FDFEA3-5DD7-66C2-3ACB-17EB25C800C2}"/>
                </a:ext>
              </a:extLst>
            </p:cNvPr>
            <p:cNvSpPr/>
            <p:nvPr/>
          </p:nvSpPr>
          <p:spPr>
            <a:xfrm>
              <a:off x="2800734" y="3508822"/>
              <a:ext cx="227607" cy="278856"/>
            </a:xfrm>
            <a:custGeom>
              <a:avLst/>
              <a:gdLst/>
              <a:ahLst/>
              <a:cxnLst/>
              <a:rect l="l" t="t" r="r" b="b"/>
              <a:pathLst>
                <a:path w="431482" h="528637" extrusionOk="0">
                  <a:moveTo>
                    <a:pt x="413385" y="65722"/>
                  </a:moveTo>
                  <a:lnTo>
                    <a:pt x="397193" y="65722"/>
                  </a:lnTo>
                  <a:cubicBezTo>
                    <a:pt x="369570" y="65722"/>
                    <a:pt x="347663" y="43815"/>
                    <a:pt x="347663" y="16192"/>
                  </a:cubicBezTo>
                  <a:cubicBezTo>
                    <a:pt x="347663" y="6667"/>
                    <a:pt x="340043" y="0"/>
                    <a:pt x="331470" y="0"/>
                  </a:cubicBezTo>
                  <a:lnTo>
                    <a:pt x="98108" y="0"/>
                  </a:lnTo>
                  <a:cubicBezTo>
                    <a:pt x="88583" y="0"/>
                    <a:pt x="81915" y="7620"/>
                    <a:pt x="81915" y="16192"/>
                  </a:cubicBezTo>
                  <a:cubicBezTo>
                    <a:pt x="81915" y="43815"/>
                    <a:pt x="60008" y="65722"/>
                    <a:pt x="32385" y="65722"/>
                  </a:cubicBezTo>
                  <a:lnTo>
                    <a:pt x="16193" y="65722"/>
                  </a:lnTo>
                  <a:cubicBezTo>
                    <a:pt x="6668" y="65722"/>
                    <a:pt x="0" y="73342"/>
                    <a:pt x="0" y="81915"/>
                  </a:cubicBezTo>
                  <a:lnTo>
                    <a:pt x="0" y="132397"/>
                  </a:lnTo>
                  <a:cubicBezTo>
                    <a:pt x="5715" y="131445"/>
                    <a:pt x="10478" y="131445"/>
                    <a:pt x="16193" y="131445"/>
                  </a:cubicBezTo>
                  <a:cubicBezTo>
                    <a:pt x="33338" y="131445"/>
                    <a:pt x="49530" y="134303"/>
                    <a:pt x="65722" y="138113"/>
                  </a:cubicBezTo>
                  <a:lnTo>
                    <a:pt x="65722" y="138113"/>
                  </a:lnTo>
                  <a:cubicBezTo>
                    <a:pt x="65722" y="131445"/>
                    <a:pt x="69533" y="125730"/>
                    <a:pt x="76200" y="122872"/>
                  </a:cubicBezTo>
                  <a:cubicBezTo>
                    <a:pt x="100013" y="113347"/>
                    <a:pt x="120015" y="95250"/>
                    <a:pt x="133350" y="73342"/>
                  </a:cubicBezTo>
                  <a:cubicBezTo>
                    <a:pt x="136208" y="68580"/>
                    <a:pt x="141922" y="64770"/>
                    <a:pt x="147638" y="64770"/>
                  </a:cubicBezTo>
                  <a:lnTo>
                    <a:pt x="284797" y="64770"/>
                  </a:lnTo>
                  <a:cubicBezTo>
                    <a:pt x="290513" y="64770"/>
                    <a:pt x="296228" y="67628"/>
                    <a:pt x="299085" y="73342"/>
                  </a:cubicBezTo>
                  <a:cubicBezTo>
                    <a:pt x="312420" y="95250"/>
                    <a:pt x="332422" y="113347"/>
                    <a:pt x="356235" y="122872"/>
                  </a:cubicBezTo>
                  <a:cubicBezTo>
                    <a:pt x="362903" y="125730"/>
                    <a:pt x="366713" y="131445"/>
                    <a:pt x="366713" y="138113"/>
                  </a:cubicBezTo>
                  <a:lnTo>
                    <a:pt x="366713" y="237172"/>
                  </a:lnTo>
                  <a:cubicBezTo>
                    <a:pt x="366713" y="331470"/>
                    <a:pt x="308610" y="418147"/>
                    <a:pt x="222885" y="456247"/>
                  </a:cubicBezTo>
                  <a:cubicBezTo>
                    <a:pt x="220980" y="457200"/>
                    <a:pt x="218122" y="458153"/>
                    <a:pt x="216218" y="458153"/>
                  </a:cubicBezTo>
                  <a:cubicBezTo>
                    <a:pt x="214313" y="458153"/>
                    <a:pt x="211455" y="457200"/>
                    <a:pt x="209550" y="456247"/>
                  </a:cubicBezTo>
                  <a:cubicBezTo>
                    <a:pt x="192405" y="448628"/>
                    <a:pt x="175260" y="438150"/>
                    <a:pt x="160020" y="426720"/>
                  </a:cubicBezTo>
                  <a:cubicBezTo>
                    <a:pt x="147638" y="442913"/>
                    <a:pt x="132397" y="456247"/>
                    <a:pt x="114300" y="467678"/>
                  </a:cubicBezTo>
                  <a:cubicBezTo>
                    <a:pt x="112395" y="468630"/>
                    <a:pt x="111443" y="469582"/>
                    <a:pt x="109538" y="470535"/>
                  </a:cubicBezTo>
                  <a:cubicBezTo>
                    <a:pt x="139065" y="496253"/>
                    <a:pt x="173355" y="515303"/>
                    <a:pt x="210503" y="527685"/>
                  </a:cubicBezTo>
                  <a:cubicBezTo>
                    <a:pt x="212408" y="528638"/>
                    <a:pt x="214313" y="528638"/>
                    <a:pt x="215265" y="528638"/>
                  </a:cubicBezTo>
                  <a:cubicBezTo>
                    <a:pt x="217170" y="528638"/>
                    <a:pt x="219075" y="528638"/>
                    <a:pt x="220028" y="527685"/>
                  </a:cubicBezTo>
                  <a:cubicBezTo>
                    <a:pt x="345758" y="485775"/>
                    <a:pt x="431483" y="369570"/>
                    <a:pt x="431483" y="237172"/>
                  </a:cubicBezTo>
                  <a:lnTo>
                    <a:pt x="431483" y="82867"/>
                  </a:lnTo>
                  <a:cubicBezTo>
                    <a:pt x="429578" y="73342"/>
                    <a:pt x="421958" y="65722"/>
                    <a:pt x="413385" y="65722"/>
                  </a:cubicBezTo>
                  <a:lnTo>
                    <a:pt x="413385" y="6572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86;p44">
              <a:extLst>
                <a:ext uri="{FF2B5EF4-FFF2-40B4-BE49-F238E27FC236}">
                  <a16:creationId xmlns:a16="http://schemas.microsoft.com/office/drawing/2014/main" id="{5C703FDB-401C-7366-2BF1-546612879FE1}"/>
                </a:ext>
              </a:extLst>
            </p:cNvPr>
            <p:cNvSpPr/>
            <p:nvPr/>
          </p:nvSpPr>
          <p:spPr>
            <a:xfrm>
              <a:off x="2852606" y="3561197"/>
              <a:ext cx="122596" cy="170831"/>
            </a:xfrm>
            <a:custGeom>
              <a:avLst/>
              <a:gdLst/>
              <a:ahLst/>
              <a:cxnLst/>
              <a:rect l="l" t="t" r="r" b="b"/>
              <a:pathLst>
                <a:path w="232409" h="323850" extrusionOk="0">
                  <a:moveTo>
                    <a:pt x="114300" y="323850"/>
                  </a:moveTo>
                  <a:cubicBezTo>
                    <a:pt x="184785" y="289560"/>
                    <a:pt x="232410" y="217170"/>
                    <a:pt x="232410" y="138113"/>
                  </a:cubicBezTo>
                  <a:lnTo>
                    <a:pt x="232410" y="50482"/>
                  </a:lnTo>
                  <a:cubicBezTo>
                    <a:pt x="209550" y="39053"/>
                    <a:pt x="189547" y="21907"/>
                    <a:pt x="175260" y="0"/>
                  </a:cubicBezTo>
                  <a:lnTo>
                    <a:pt x="57150" y="0"/>
                  </a:lnTo>
                  <a:cubicBezTo>
                    <a:pt x="42863" y="21907"/>
                    <a:pt x="22860" y="39053"/>
                    <a:pt x="0" y="50482"/>
                  </a:cubicBezTo>
                  <a:lnTo>
                    <a:pt x="0" y="53340"/>
                  </a:lnTo>
                  <a:cubicBezTo>
                    <a:pt x="59055" y="83820"/>
                    <a:pt x="99060" y="144780"/>
                    <a:pt x="99060" y="215265"/>
                  </a:cubicBezTo>
                  <a:cubicBezTo>
                    <a:pt x="99060" y="245745"/>
                    <a:pt x="91440" y="274320"/>
                    <a:pt x="78105" y="300038"/>
                  </a:cubicBezTo>
                  <a:cubicBezTo>
                    <a:pt x="88582" y="308610"/>
                    <a:pt x="100965" y="317182"/>
                    <a:pt x="114300" y="323850"/>
                  </a:cubicBezTo>
                  <a:lnTo>
                    <a:pt x="114300" y="32385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oogle Shape;1194;p44">
            <a:extLst>
              <a:ext uri="{FF2B5EF4-FFF2-40B4-BE49-F238E27FC236}">
                <a16:creationId xmlns:a16="http://schemas.microsoft.com/office/drawing/2014/main" id="{10305A5E-1AC0-5015-CC2F-A8B10F87EEEE}"/>
              </a:ext>
            </a:extLst>
          </p:cNvPr>
          <p:cNvGrpSpPr/>
          <p:nvPr/>
        </p:nvGrpSpPr>
        <p:grpSpPr>
          <a:xfrm>
            <a:off x="1998284" y="1791870"/>
            <a:ext cx="208136" cy="296099"/>
            <a:chOff x="4166013" y="3498750"/>
            <a:chExt cx="208136" cy="296099"/>
          </a:xfrm>
        </p:grpSpPr>
        <p:sp>
          <p:nvSpPr>
            <p:cNvPr id="14" name="Google Shape;1195;p44">
              <a:extLst>
                <a:ext uri="{FF2B5EF4-FFF2-40B4-BE49-F238E27FC236}">
                  <a16:creationId xmlns:a16="http://schemas.microsoft.com/office/drawing/2014/main" id="{E10EBAEC-8E6C-6C33-63E5-AF45AE0DCBB8}"/>
                </a:ext>
              </a:extLst>
            </p:cNvPr>
            <p:cNvSpPr/>
            <p:nvPr/>
          </p:nvSpPr>
          <p:spPr>
            <a:xfrm>
              <a:off x="4166013" y="3498750"/>
              <a:ext cx="156762" cy="226602"/>
            </a:xfrm>
            <a:custGeom>
              <a:avLst/>
              <a:gdLst/>
              <a:ahLst/>
              <a:cxnLst/>
              <a:rect l="l" t="t" r="r" b="b"/>
              <a:pathLst>
                <a:path w="297180" h="429577" extrusionOk="0">
                  <a:moveTo>
                    <a:pt x="246698" y="230505"/>
                  </a:moveTo>
                  <a:cubicBezTo>
                    <a:pt x="240982" y="230505"/>
                    <a:pt x="235268" y="231457"/>
                    <a:pt x="230505" y="233363"/>
                  </a:cubicBezTo>
                  <a:lnTo>
                    <a:pt x="230505" y="280035"/>
                  </a:lnTo>
                  <a:cubicBezTo>
                    <a:pt x="230505" y="325755"/>
                    <a:pt x="193357" y="361950"/>
                    <a:pt x="148590" y="361950"/>
                  </a:cubicBezTo>
                  <a:cubicBezTo>
                    <a:pt x="97155" y="361950"/>
                    <a:pt x="66675" y="321945"/>
                    <a:pt x="66675" y="280035"/>
                  </a:cubicBezTo>
                  <a:lnTo>
                    <a:pt x="66675" y="148590"/>
                  </a:lnTo>
                  <a:cubicBezTo>
                    <a:pt x="66675" y="102870"/>
                    <a:pt x="103823" y="66675"/>
                    <a:pt x="148590" y="66675"/>
                  </a:cubicBezTo>
                  <a:cubicBezTo>
                    <a:pt x="177165" y="66675"/>
                    <a:pt x="201930" y="80963"/>
                    <a:pt x="216218" y="102870"/>
                  </a:cubicBezTo>
                  <a:cubicBezTo>
                    <a:pt x="226695" y="100965"/>
                    <a:pt x="236220" y="100013"/>
                    <a:pt x="247650" y="100013"/>
                  </a:cubicBezTo>
                  <a:cubicBezTo>
                    <a:pt x="261938" y="100013"/>
                    <a:pt x="276225" y="101917"/>
                    <a:pt x="289560" y="104775"/>
                  </a:cubicBezTo>
                  <a:cubicBezTo>
                    <a:pt x="270510" y="44767"/>
                    <a:pt x="215265" y="0"/>
                    <a:pt x="148590" y="0"/>
                  </a:cubicBezTo>
                  <a:cubicBezTo>
                    <a:pt x="66675" y="0"/>
                    <a:pt x="0" y="67628"/>
                    <a:pt x="0" y="149542"/>
                  </a:cubicBezTo>
                  <a:lnTo>
                    <a:pt x="0" y="280988"/>
                  </a:lnTo>
                  <a:cubicBezTo>
                    <a:pt x="0" y="357188"/>
                    <a:pt x="59055" y="429578"/>
                    <a:pt x="148590" y="429578"/>
                  </a:cubicBezTo>
                  <a:cubicBezTo>
                    <a:pt x="230505" y="429578"/>
                    <a:pt x="297180" y="363855"/>
                    <a:pt x="297180" y="280988"/>
                  </a:cubicBezTo>
                  <a:cubicBezTo>
                    <a:pt x="296227" y="252413"/>
                    <a:pt x="274320" y="230505"/>
                    <a:pt x="246698" y="230505"/>
                  </a:cubicBezTo>
                  <a:lnTo>
                    <a:pt x="246698" y="2305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196;p44">
              <a:extLst>
                <a:ext uri="{FF2B5EF4-FFF2-40B4-BE49-F238E27FC236}">
                  <a16:creationId xmlns:a16="http://schemas.microsoft.com/office/drawing/2014/main" id="{CFF69422-64CA-1D6A-0B7C-EF150A60C1F6}"/>
                </a:ext>
              </a:extLst>
            </p:cNvPr>
            <p:cNvSpPr/>
            <p:nvPr/>
          </p:nvSpPr>
          <p:spPr>
            <a:xfrm>
              <a:off x="4217884" y="3568248"/>
              <a:ext cx="156265" cy="226602"/>
            </a:xfrm>
            <a:custGeom>
              <a:avLst/>
              <a:gdLst/>
              <a:ahLst/>
              <a:cxnLst/>
              <a:rect l="l" t="t" r="r" b="b"/>
              <a:pathLst>
                <a:path w="296237" h="429577" extrusionOk="0">
                  <a:moveTo>
                    <a:pt x="148590" y="0"/>
                  </a:moveTo>
                  <a:cubicBezTo>
                    <a:pt x="66675" y="0"/>
                    <a:pt x="0" y="66675"/>
                    <a:pt x="0" y="148590"/>
                  </a:cubicBezTo>
                  <a:cubicBezTo>
                    <a:pt x="0" y="173355"/>
                    <a:pt x="17145" y="198120"/>
                    <a:pt x="49530" y="198120"/>
                  </a:cubicBezTo>
                  <a:cubicBezTo>
                    <a:pt x="55245" y="198120"/>
                    <a:pt x="60960" y="197168"/>
                    <a:pt x="65723" y="195263"/>
                  </a:cubicBezTo>
                  <a:lnTo>
                    <a:pt x="65723" y="148590"/>
                  </a:lnTo>
                  <a:cubicBezTo>
                    <a:pt x="65723" y="102870"/>
                    <a:pt x="102870" y="66675"/>
                    <a:pt x="147638" y="66675"/>
                  </a:cubicBezTo>
                  <a:cubicBezTo>
                    <a:pt x="192405" y="66675"/>
                    <a:pt x="229553" y="103822"/>
                    <a:pt x="229553" y="148590"/>
                  </a:cubicBezTo>
                  <a:lnTo>
                    <a:pt x="229553" y="280035"/>
                  </a:lnTo>
                  <a:cubicBezTo>
                    <a:pt x="229553" y="325755"/>
                    <a:pt x="192405" y="361950"/>
                    <a:pt x="147638" y="361950"/>
                  </a:cubicBezTo>
                  <a:cubicBezTo>
                    <a:pt x="116205" y="361950"/>
                    <a:pt x="93345" y="347663"/>
                    <a:pt x="79057" y="326708"/>
                  </a:cubicBezTo>
                  <a:cubicBezTo>
                    <a:pt x="69532" y="328613"/>
                    <a:pt x="59055" y="329565"/>
                    <a:pt x="48578" y="329565"/>
                  </a:cubicBezTo>
                  <a:cubicBezTo>
                    <a:pt x="34290" y="329565"/>
                    <a:pt x="20003" y="327660"/>
                    <a:pt x="6668" y="324803"/>
                  </a:cubicBezTo>
                  <a:cubicBezTo>
                    <a:pt x="24765" y="381953"/>
                    <a:pt x="76200" y="429578"/>
                    <a:pt x="147638" y="429578"/>
                  </a:cubicBezTo>
                  <a:cubicBezTo>
                    <a:pt x="229553" y="429578"/>
                    <a:pt x="296228" y="361950"/>
                    <a:pt x="296228" y="280035"/>
                  </a:cubicBezTo>
                  <a:cubicBezTo>
                    <a:pt x="296228" y="279083"/>
                    <a:pt x="296228" y="157163"/>
                    <a:pt x="296228" y="148590"/>
                  </a:cubicBezTo>
                  <a:cubicBezTo>
                    <a:pt x="297180" y="66675"/>
                    <a:pt x="230505" y="0"/>
                    <a:pt x="148590" y="0"/>
                  </a:cubicBezTo>
                  <a:lnTo>
                    <a:pt x="1485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2888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>
          <a:extLst>
            <a:ext uri="{FF2B5EF4-FFF2-40B4-BE49-F238E27FC236}">
              <a16:creationId xmlns:a16="http://schemas.microsoft.com/office/drawing/2014/main" id="{E9E4132D-C37D-307D-B0E5-7B6D6A5A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2">
            <a:extLst>
              <a:ext uri="{FF2B5EF4-FFF2-40B4-BE49-F238E27FC236}">
                <a16:creationId xmlns:a16="http://schemas.microsoft.com/office/drawing/2014/main" id="{7B042511-3979-F1CB-BF8E-D3C039499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4527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Dostupnost IIS</a:t>
            </a:r>
            <a:endParaRPr dirty="0"/>
          </a:p>
        </p:txBody>
      </p:sp>
      <p:sp>
        <p:nvSpPr>
          <p:cNvPr id="527" name="Google Shape;527;p32">
            <a:extLst>
              <a:ext uri="{FF2B5EF4-FFF2-40B4-BE49-F238E27FC236}">
                <a16:creationId xmlns:a16="http://schemas.microsoft.com/office/drawing/2014/main" id="{127B7F7C-E998-A405-2A6A-61B1B148D2F5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797932" y="2055840"/>
            <a:ext cx="3132684" cy="16158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Týká se schopnosti zajistit nebo minimalizovat výpadky webových aplikací v případě selhání jednoho nebo více serverů. </a:t>
            </a:r>
          </a:p>
        </p:txBody>
      </p:sp>
      <p:sp>
        <p:nvSpPr>
          <p:cNvPr id="529" name="Google Shape;529;p32">
            <a:extLst>
              <a:ext uri="{FF2B5EF4-FFF2-40B4-BE49-F238E27FC236}">
                <a16:creationId xmlns:a16="http://schemas.microsoft.com/office/drawing/2014/main" id="{E5A74C88-DD32-8A53-09BB-A9AD2381DC67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204120" y="1156930"/>
            <a:ext cx="23289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i="0" dirty="0" err="1">
                <a:solidFill>
                  <a:srgbClr val="0D0D0D"/>
                </a:solidFill>
                <a:effectLst/>
                <a:latin typeface="Darker Grotesque Black" panose="020B0604020202020204" charset="0"/>
              </a:rPr>
              <a:t>Load</a:t>
            </a:r>
            <a:r>
              <a:rPr lang="cs-CZ" b="1" i="0" dirty="0">
                <a:solidFill>
                  <a:srgbClr val="0D0D0D"/>
                </a:solidFill>
                <a:effectLst/>
                <a:latin typeface="Darker Grotesque Black" panose="020B0604020202020204" charset="0"/>
              </a:rPr>
              <a:t> </a:t>
            </a:r>
            <a:r>
              <a:rPr lang="cs-CZ" b="1" i="0" dirty="0" err="1">
                <a:solidFill>
                  <a:srgbClr val="0D0D0D"/>
                </a:solidFill>
                <a:effectLst/>
                <a:latin typeface="Darker Grotesque Black" panose="020B0604020202020204" charset="0"/>
              </a:rPr>
              <a:t>Balancing</a:t>
            </a:r>
            <a:r>
              <a:rPr lang="cs-CZ" b="1" dirty="0">
                <a:solidFill>
                  <a:srgbClr val="0D0D0D"/>
                </a:solidFill>
                <a:latin typeface="Darker Grotesque Black" panose="020B0604020202020204" charset="0"/>
              </a:rPr>
              <a:t>:</a:t>
            </a:r>
            <a:endParaRPr lang="cs-CZ" b="1" dirty="0">
              <a:latin typeface="Darker Grotesque Black" panose="020B0604020202020204" charset="0"/>
            </a:endParaRPr>
          </a:p>
        </p:txBody>
      </p:sp>
      <p:sp>
        <p:nvSpPr>
          <p:cNvPr id="530" name="Google Shape;530;p32">
            <a:extLst>
              <a:ext uri="{FF2B5EF4-FFF2-40B4-BE49-F238E27FC236}">
                <a16:creationId xmlns:a16="http://schemas.microsoft.com/office/drawing/2014/main" id="{496E1506-6DA9-B3D1-EEF6-DC6AFB5771C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213385" y="1559618"/>
            <a:ext cx="2328900" cy="13622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Použití</a:t>
            </a:r>
            <a:r>
              <a:rPr lang="en-US" dirty="0"/>
              <a:t> load </a:t>
            </a:r>
            <a:r>
              <a:rPr lang="en-US" dirty="0" err="1"/>
              <a:t>balanceru</a:t>
            </a:r>
            <a:r>
              <a:rPr lang="en-US" dirty="0"/>
              <a:t> pro </a:t>
            </a:r>
            <a:r>
              <a:rPr lang="en-US" dirty="0" err="1"/>
              <a:t>rovnoměrné</a:t>
            </a:r>
            <a:r>
              <a:rPr lang="en-US" dirty="0"/>
              <a:t> </a:t>
            </a:r>
            <a:r>
              <a:rPr lang="en-US" dirty="0" err="1"/>
              <a:t>rozdělování</a:t>
            </a:r>
            <a:r>
              <a:rPr lang="en-US" dirty="0"/>
              <a:t> </a:t>
            </a:r>
            <a:r>
              <a:rPr lang="en-US" dirty="0" err="1"/>
              <a:t>příchozích</a:t>
            </a:r>
            <a:r>
              <a:rPr lang="en-US" dirty="0"/>
              <a:t> </a:t>
            </a:r>
            <a:r>
              <a:rPr lang="en-US" dirty="0" err="1"/>
              <a:t>požadavků</a:t>
            </a:r>
            <a:r>
              <a:rPr lang="en-US" dirty="0"/>
              <a:t> </a:t>
            </a:r>
            <a:r>
              <a:rPr lang="en-US" dirty="0" err="1"/>
              <a:t>mezi</a:t>
            </a:r>
            <a:r>
              <a:rPr lang="en-US" dirty="0"/>
              <a:t> </a:t>
            </a:r>
            <a:r>
              <a:rPr lang="en-US" dirty="0" err="1"/>
              <a:t>více</a:t>
            </a:r>
            <a:r>
              <a:rPr lang="en-US" dirty="0"/>
              <a:t> </a:t>
            </a:r>
            <a:r>
              <a:rPr lang="en-US" dirty="0" err="1"/>
              <a:t>serverů</a:t>
            </a:r>
            <a:r>
              <a:rPr lang="en-US" dirty="0"/>
              <a:t>.</a:t>
            </a:r>
          </a:p>
        </p:txBody>
      </p:sp>
      <p:sp>
        <p:nvSpPr>
          <p:cNvPr id="531" name="Google Shape;531;p32">
            <a:extLst>
              <a:ext uri="{FF2B5EF4-FFF2-40B4-BE49-F238E27FC236}">
                <a16:creationId xmlns:a16="http://schemas.microsoft.com/office/drawing/2014/main" id="{33DCE8A5-0C2D-0A82-1B15-21F6F8B7532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009473" y="3244925"/>
            <a:ext cx="2736723" cy="1153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 IIS </a:t>
            </a:r>
            <a:r>
              <a:rPr lang="en-US" dirty="0" err="1"/>
              <a:t>jsou</a:t>
            </a:r>
            <a:r>
              <a:rPr lang="en-US" dirty="0"/>
              <a:t> </a:t>
            </a:r>
            <a:r>
              <a:rPr lang="en-US" dirty="0" err="1"/>
              <a:t>webové</a:t>
            </a:r>
            <a:r>
              <a:rPr lang="en-US" dirty="0"/>
              <a:t> </a:t>
            </a:r>
            <a:r>
              <a:rPr lang="en-US" dirty="0" err="1"/>
              <a:t>aplikace</a:t>
            </a:r>
            <a:r>
              <a:rPr lang="en-US" dirty="0"/>
              <a:t> </a:t>
            </a:r>
            <a:r>
              <a:rPr lang="en-US" dirty="0" err="1"/>
              <a:t>seskupeny</a:t>
            </a:r>
            <a:r>
              <a:rPr lang="en-US" dirty="0"/>
              <a:t> do </a:t>
            </a:r>
            <a:r>
              <a:rPr lang="en-US" dirty="0" err="1"/>
              <a:t>aplikačních</a:t>
            </a:r>
            <a:r>
              <a:rPr lang="en-US" dirty="0"/>
              <a:t> </a:t>
            </a:r>
            <a:r>
              <a:rPr lang="en-US" dirty="0" err="1"/>
              <a:t>poolů</a:t>
            </a:r>
            <a:r>
              <a:rPr lang="cs-CZ" dirty="0"/>
              <a:t>. </a:t>
            </a:r>
            <a:r>
              <a:rPr lang="cs-CZ" dirty="0" err="1"/>
              <a:t>Každy</a:t>
            </a:r>
            <a:r>
              <a:rPr lang="cs-CZ" dirty="0"/>
              <a:t> aplikační pool může mít svoje nastavení a izolací procesů.</a:t>
            </a:r>
            <a:endParaRPr lang="en-US" dirty="0"/>
          </a:p>
        </p:txBody>
      </p:sp>
      <p:sp>
        <p:nvSpPr>
          <p:cNvPr id="534" name="Google Shape;534;p32">
            <a:extLst>
              <a:ext uri="{FF2B5EF4-FFF2-40B4-BE49-F238E27FC236}">
                <a16:creationId xmlns:a16="http://schemas.microsoft.com/office/drawing/2014/main" id="{69AF4D0D-A1AA-ACBD-43FA-88E19F14F889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5213385" y="2863774"/>
            <a:ext cx="2319600" cy="4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Aplikační Pooly:</a:t>
            </a:r>
          </a:p>
        </p:txBody>
      </p:sp>
    </p:spTree>
    <p:extLst>
      <p:ext uri="{BB962C8B-B14F-4D97-AF65-F5344CB8AC3E}">
        <p14:creationId xmlns:p14="http://schemas.microsoft.com/office/powerpoint/2010/main" val="3640166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10A1F420-AF1C-45B5-D96F-EB1799777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">
            <a:extLst>
              <a:ext uri="{FF2B5EF4-FFF2-40B4-BE49-F238E27FC236}">
                <a16:creationId xmlns:a16="http://schemas.microsoft.com/office/drawing/2014/main" id="{8C19706C-7124-22D7-60FC-1E090143F6E8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564575" y="2950804"/>
            <a:ext cx="2592600" cy="11525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600" dirty="0"/>
              <a:t>Díky IIS manager můžeme provést detailní konfiguraci jednotlivých webových serverů, stránek a aplikací.</a:t>
            </a:r>
          </a:p>
        </p:txBody>
      </p:sp>
      <p:sp>
        <p:nvSpPr>
          <p:cNvPr id="458" name="Google Shape;458;p31">
            <a:extLst>
              <a:ext uri="{FF2B5EF4-FFF2-40B4-BE49-F238E27FC236}">
                <a16:creationId xmlns:a16="http://schemas.microsoft.com/office/drawing/2014/main" id="{3D47E3DA-8F73-F580-20D3-AA36E9C15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66435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INSTALACE A KONFIGURACE</a:t>
            </a:r>
          </a:p>
        </p:txBody>
      </p:sp>
      <p:sp>
        <p:nvSpPr>
          <p:cNvPr id="463" name="Google Shape;463;p31">
            <a:extLst>
              <a:ext uri="{FF2B5EF4-FFF2-40B4-BE49-F238E27FC236}">
                <a16:creationId xmlns:a16="http://schemas.microsoft.com/office/drawing/2014/main" id="{5552C928-825B-E500-48D2-7D4FD417B3C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564575" y="1495528"/>
            <a:ext cx="2592600" cy="9204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600" dirty="0"/>
              <a:t>Pro instalaci na Windows server je nutné použít správce serveru.</a:t>
            </a:r>
            <a:endParaRPr sz="1600" dirty="0"/>
          </a:p>
        </p:txBody>
      </p:sp>
      <p:sp>
        <p:nvSpPr>
          <p:cNvPr id="464" name="Google Shape;464;p31">
            <a:extLst>
              <a:ext uri="{FF2B5EF4-FFF2-40B4-BE49-F238E27FC236}">
                <a16:creationId xmlns:a16="http://schemas.microsoft.com/office/drawing/2014/main" id="{0C5C4DF0-1D85-F4B7-1348-21335DAF1248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443187" y="1495528"/>
            <a:ext cx="2592600" cy="11999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600" dirty="0"/>
              <a:t>Můžeme si vybrat konkrétní komponenty, které chceme nainstalovat např WWW nebo FTP.</a:t>
            </a:r>
            <a:endParaRPr sz="1600" dirty="0"/>
          </a:p>
        </p:txBody>
      </p:sp>
      <p:sp>
        <p:nvSpPr>
          <p:cNvPr id="465" name="Google Shape;465;p31">
            <a:extLst>
              <a:ext uri="{FF2B5EF4-FFF2-40B4-BE49-F238E27FC236}">
                <a16:creationId xmlns:a16="http://schemas.microsoft.com/office/drawing/2014/main" id="{FF2A4618-A5A1-7F6F-746B-66D63841D064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441944" y="3032661"/>
            <a:ext cx="2592600" cy="17634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600" dirty="0"/>
              <a:t>Konfigurace obsahuje nastavení parametrů. Například adresáře pro ukládání webových dat, přístupová práva, podpora různých protokolů, jako je HTTPS a další.</a:t>
            </a:r>
          </a:p>
        </p:txBody>
      </p:sp>
      <p:grpSp>
        <p:nvGrpSpPr>
          <p:cNvPr id="2" name="Google Shape;1113;p44">
            <a:extLst>
              <a:ext uri="{FF2B5EF4-FFF2-40B4-BE49-F238E27FC236}">
                <a16:creationId xmlns:a16="http://schemas.microsoft.com/office/drawing/2014/main" id="{C81CAF99-9947-3A54-1907-A2DD126386DF}"/>
              </a:ext>
            </a:extLst>
          </p:cNvPr>
          <p:cNvGrpSpPr/>
          <p:nvPr/>
        </p:nvGrpSpPr>
        <p:grpSpPr>
          <a:xfrm>
            <a:off x="1039455" y="1568765"/>
            <a:ext cx="296442" cy="278676"/>
            <a:chOff x="1350851" y="2832481"/>
            <a:chExt cx="296442" cy="278676"/>
          </a:xfrm>
        </p:grpSpPr>
        <p:sp>
          <p:nvSpPr>
            <p:cNvPr id="3" name="Google Shape;1114;p44">
              <a:extLst>
                <a:ext uri="{FF2B5EF4-FFF2-40B4-BE49-F238E27FC236}">
                  <a16:creationId xmlns:a16="http://schemas.microsoft.com/office/drawing/2014/main" id="{E362E204-3CD4-53B1-78A0-A251C4BACC43}"/>
                </a:ext>
              </a:extLst>
            </p:cNvPr>
            <p:cNvSpPr/>
            <p:nvPr/>
          </p:nvSpPr>
          <p:spPr>
            <a:xfrm>
              <a:off x="1386103" y="2971979"/>
              <a:ext cx="225613" cy="139177"/>
            </a:xfrm>
            <a:custGeom>
              <a:avLst/>
              <a:gdLst/>
              <a:ahLst/>
              <a:cxnLst/>
              <a:rect l="l" t="t" r="r" b="b"/>
              <a:pathLst>
                <a:path w="427703" h="263842" extrusionOk="0">
                  <a:moveTo>
                    <a:pt x="378143" y="105728"/>
                  </a:moveTo>
                  <a:cubicBezTo>
                    <a:pt x="373380" y="72390"/>
                    <a:pt x="342900" y="46672"/>
                    <a:pt x="308610" y="49530"/>
                  </a:cubicBezTo>
                  <a:cubicBezTo>
                    <a:pt x="287655" y="19050"/>
                    <a:pt x="252413" y="0"/>
                    <a:pt x="214313" y="0"/>
                  </a:cubicBezTo>
                  <a:cubicBezTo>
                    <a:pt x="176213" y="0"/>
                    <a:pt x="141923" y="19050"/>
                    <a:pt x="120015" y="49530"/>
                  </a:cubicBezTo>
                  <a:cubicBezTo>
                    <a:pt x="85725" y="46672"/>
                    <a:pt x="56197" y="71438"/>
                    <a:pt x="50483" y="105728"/>
                  </a:cubicBezTo>
                  <a:cubicBezTo>
                    <a:pt x="20003" y="118110"/>
                    <a:pt x="0" y="147638"/>
                    <a:pt x="0" y="181928"/>
                  </a:cubicBezTo>
                  <a:cubicBezTo>
                    <a:pt x="0" y="227647"/>
                    <a:pt x="37147" y="263843"/>
                    <a:pt x="81915" y="263843"/>
                  </a:cubicBezTo>
                  <a:lnTo>
                    <a:pt x="345758" y="263843"/>
                  </a:lnTo>
                  <a:cubicBezTo>
                    <a:pt x="391478" y="263843"/>
                    <a:pt x="427673" y="226695"/>
                    <a:pt x="427673" y="181928"/>
                  </a:cubicBezTo>
                  <a:cubicBezTo>
                    <a:pt x="428625" y="147638"/>
                    <a:pt x="407670" y="118110"/>
                    <a:pt x="378143" y="105728"/>
                  </a:cubicBezTo>
                  <a:lnTo>
                    <a:pt x="378143" y="105728"/>
                  </a:lnTo>
                  <a:close/>
                  <a:moveTo>
                    <a:pt x="259080" y="160020"/>
                  </a:moveTo>
                  <a:lnTo>
                    <a:pt x="225743" y="193357"/>
                  </a:lnTo>
                  <a:cubicBezTo>
                    <a:pt x="222885" y="196215"/>
                    <a:pt x="218123" y="198120"/>
                    <a:pt x="214313" y="198120"/>
                  </a:cubicBezTo>
                  <a:cubicBezTo>
                    <a:pt x="210503" y="198120"/>
                    <a:pt x="205740" y="196215"/>
                    <a:pt x="202883" y="193357"/>
                  </a:cubicBezTo>
                  <a:lnTo>
                    <a:pt x="169545" y="160020"/>
                  </a:lnTo>
                  <a:cubicBezTo>
                    <a:pt x="162878" y="153353"/>
                    <a:pt x="162878" y="142875"/>
                    <a:pt x="169545" y="137160"/>
                  </a:cubicBezTo>
                  <a:cubicBezTo>
                    <a:pt x="176213" y="130493"/>
                    <a:pt x="186690" y="130493"/>
                    <a:pt x="192405" y="137160"/>
                  </a:cubicBezTo>
                  <a:lnTo>
                    <a:pt x="197168" y="141922"/>
                  </a:lnTo>
                  <a:lnTo>
                    <a:pt x="197168" y="116205"/>
                  </a:lnTo>
                  <a:cubicBezTo>
                    <a:pt x="197168" y="106680"/>
                    <a:pt x="204788" y="100013"/>
                    <a:pt x="213360" y="100013"/>
                  </a:cubicBezTo>
                  <a:cubicBezTo>
                    <a:pt x="222885" y="100013"/>
                    <a:pt x="229553" y="107632"/>
                    <a:pt x="229553" y="116205"/>
                  </a:cubicBezTo>
                  <a:lnTo>
                    <a:pt x="229553" y="141922"/>
                  </a:lnTo>
                  <a:lnTo>
                    <a:pt x="234315" y="137160"/>
                  </a:lnTo>
                  <a:cubicBezTo>
                    <a:pt x="240983" y="130493"/>
                    <a:pt x="251460" y="130493"/>
                    <a:pt x="257175" y="137160"/>
                  </a:cubicBezTo>
                  <a:cubicBezTo>
                    <a:pt x="265748" y="142875"/>
                    <a:pt x="265748" y="153353"/>
                    <a:pt x="259080" y="160020"/>
                  </a:cubicBezTo>
                  <a:lnTo>
                    <a:pt x="259080" y="1600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115;p44">
              <a:extLst>
                <a:ext uri="{FF2B5EF4-FFF2-40B4-BE49-F238E27FC236}">
                  <a16:creationId xmlns:a16="http://schemas.microsoft.com/office/drawing/2014/main" id="{0AE5D24F-8A46-D066-6028-60EE20CCB2AF}"/>
                </a:ext>
              </a:extLst>
            </p:cNvPr>
            <p:cNvSpPr/>
            <p:nvPr/>
          </p:nvSpPr>
          <p:spPr>
            <a:xfrm>
              <a:off x="1351354" y="2832481"/>
              <a:ext cx="159274" cy="52254"/>
            </a:xfrm>
            <a:custGeom>
              <a:avLst/>
              <a:gdLst/>
              <a:ahLst/>
              <a:cxnLst/>
              <a:rect l="l" t="t" r="r" b="b"/>
              <a:pathLst>
                <a:path w="301942" h="99060" extrusionOk="0">
                  <a:moveTo>
                    <a:pt x="268605" y="99060"/>
                  </a:moveTo>
                  <a:lnTo>
                    <a:pt x="301943" y="0"/>
                  </a:lnTo>
                  <a:lnTo>
                    <a:pt x="16193" y="0"/>
                  </a:lnTo>
                  <a:cubicBezTo>
                    <a:pt x="6668" y="0"/>
                    <a:pt x="0" y="7620"/>
                    <a:pt x="0" y="16193"/>
                  </a:cubicBezTo>
                  <a:lnTo>
                    <a:pt x="0" y="98108"/>
                  </a:lnTo>
                  <a:lnTo>
                    <a:pt x="268605" y="98108"/>
                  </a:lnTo>
                  <a:close/>
                  <a:moveTo>
                    <a:pt x="214313" y="33338"/>
                  </a:moveTo>
                  <a:cubicBezTo>
                    <a:pt x="223838" y="33338"/>
                    <a:pt x="230505" y="40958"/>
                    <a:pt x="230505" y="49530"/>
                  </a:cubicBezTo>
                  <a:cubicBezTo>
                    <a:pt x="230505" y="59055"/>
                    <a:pt x="222885" y="65723"/>
                    <a:pt x="214313" y="65723"/>
                  </a:cubicBezTo>
                  <a:cubicBezTo>
                    <a:pt x="205740" y="65723"/>
                    <a:pt x="198120" y="58103"/>
                    <a:pt x="198120" y="49530"/>
                  </a:cubicBezTo>
                  <a:cubicBezTo>
                    <a:pt x="198120" y="40958"/>
                    <a:pt x="204788" y="33338"/>
                    <a:pt x="214313" y="33338"/>
                  </a:cubicBezTo>
                  <a:lnTo>
                    <a:pt x="214313" y="33338"/>
                  </a:lnTo>
                  <a:close/>
                  <a:moveTo>
                    <a:pt x="148590" y="33338"/>
                  </a:moveTo>
                  <a:cubicBezTo>
                    <a:pt x="158115" y="33338"/>
                    <a:pt x="164783" y="40958"/>
                    <a:pt x="164783" y="49530"/>
                  </a:cubicBezTo>
                  <a:cubicBezTo>
                    <a:pt x="164783" y="59055"/>
                    <a:pt x="157163" y="65723"/>
                    <a:pt x="148590" y="65723"/>
                  </a:cubicBezTo>
                  <a:cubicBezTo>
                    <a:pt x="140018" y="65723"/>
                    <a:pt x="132398" y="58103"/>
                    <a:pt x="132398" y="49530"/>
                  </a:cubicBezTo>
                  <a:cubicBezTo>
                    <a:pt x="131445" y="40958"/>
                    <a:pt x="139065" y="33338"/>
                    <a:pt x="148590" y="33338"/>
                  </a:cubicBezTo>
                  <a:lnTo>
                    <a:pt x="148590" y="33338"/>
                  </a:lnTo>
                  <a:close/>
                  <a:moveTo>
                    <a:pt x="82868" y="33338"/>
                  </a:moveTo>
                  <a:cubicBezTo>
                    <a:pt x="92393" y="33338"/>
                    <a:pt x="99060" y="40958"/>
                    <a:pt x="99060" y="49530"/>
                  </a:cubicBezTo>
                  <a:cubicBezTo>
                    <a:pt x="99060" y="59055"/>
                    <a:pt x="91440" y="65723"/>
                    <a:pt x="82868" y="65723"/>
                  </a:cubicBezTo>
                  <a:cubicBezTo>
                    <a:pt x="73343" y="65723"/>
                    <a:pt x="66675" y="58103"/>
                    <a:pt x="66675" y="49530"/>
                  </a:cubicBezTo>
                  <a:cubicBezTo>
                    <a:pt x="65723" y="40958"/>
                    <a:pt x="73343" y="33338"/>
                    <a:pt x="82868" y="33338"/>
                  </a:cubicBezTo>
                  <a:lnTo>
                    <a:pt x="82868" y="3333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16;p44">
              <a:extLst>
                <a:ext uri="{FF2B5EF4-FFF2-40B4-BE49-F238E27FC236}">
                  <a16:creationId xmlns:a16="http://schemas.microsoft.com/office/drawing/2014/main" id="{EEAE1B46-96FD-69D2-9B19-449AAC41ED91}"/>
                </a:ext>
              </a:extLst>
            </p:cNvPr>
            <p:cNvSpPr/>
            <p:nvPr/>
          </p:nvSpPr>
          <p:spPr>
            <a:xfrm>
              <a:off x="1350851" y="2832481"/>
              <a:ext cx="296442" cy="208012"/>
            </a:xfrm>
            <a:custGeom>
              <a:avLst/>
              <a:gdLst/>
              <a:ahLst/>
              <a:cxnLst/>
              <a:rect l="l" t="t" r="r" b="b"/>
              <a:pathLst>
                <a:path w="561975" h="394335" extrusionOk="0">
                  <a:moveTo>
                    <a:pt x="545783" y="0"/>
                  </a:moveTo>
                  <a:lnTo>
                    <a:pt x="337185" y="0"/>
                  </a:lnTo>
                  <a:lnTo>
                    <a:pt x="297180" y="120015"/>
                  </a:lnTo>
                  <a:cubicBezTo>
                    <a:pt x="295275" y="126683"/>
                    <a:pt x="288608" y="131445"/>
                    <a:pt x="281940" y="131445"/>
                  </a:cubicBezTo>
                  <a:lnTo>
                    <a:pt x="0" y="131445"/>
                  </a:lnTo>
                  <a:lnTo>
                    <a:pt x="0" y="378143"/>
                  </a:lnTo>
                  <a:cubicBezTo>
                    <a:pt x="0" y="387668"/>
                    <a:pt x="7620" y="394335"/>
                    <a:pt x="16193" y="394335"/>
                  </a:cubicBezTo>
                  <a:lnTo>
                    <a:pt x="44768" y="394335"/>
                  </a:lnTo>
                  <a:cubicBezTo>
                    <a:pt x="47625" y="389573"/>
                    <a:pt x="50483" y="383858"/>
                    <a:pt x="53340" y="379095"/>
                  </a:cubicBezTo>
                  <a:cubicBezTo>
                    <a:pt x="62865" y="364808"/>
                    <a:pt x="75248" y="353378"/>
                    <a:pt x="89535" y="344805"/>
                  </a:cubicBezTo>
                  <a:cubicBezTo>
                    <a:pt x="101918" y="308610"/>
                    <a:pt x="133350" y="283845"/>
                    <a:pt x="170498" y="279083"/>
                  </a:cubicBezTo>
                  <a:cubicBezTo>
                    <a:pt x="198120" y="247650"/>
                    <a:pt x="238125" y="228600"/>
                    <a:pt x="280988" y="228600"/>
                  </a:cubicBezTo>
                  <a:cubicBezTo>
                    <a:pt x="322898" y="228600"/>
                    <a:pt x="363855" y="246698"/>
                    <a:pt x="391478" y="278130"/>
                  </a:cubicBezTo>
                  <a:cubicBezTo>
                    <a:pt x="428625" y="282893"/>
                    <a:pt x="461010" y="308610"/>
                    <a:pt x="473393" y="343853"/>
                  </a:cubicBezTo>
                  <a:cubicBezTo>
                    <a:pt x="492443" y="355283"/>
                    <a:pt x="507683" y="372428"/>
                    <a:pt x="517208" y="392430"/>
                  </a:cubicBezTo>
                  <a:lnTo>
                    <a:pt x="545783" y="392430"/>
                  </a:lnTo>
                  <a:cubicBezTo>
                    <a:pt x="555308" y="392430"/>
                    <a:pt x="561975" y="384810"/>
                    <a:pt x="561975" y="376238"/>
                  </a:cubicBezTo>
                  <a:lnTo>
                    <a:pt x="561975" y="14288"/>
                  </a:lnTo>
                  <a:cubicBezTo>
                    <a:pt x="561975" y="7620"/>
                    <a:pt x="554355" y="0"/>
                    <a:pt x="545783" y="0"/>
                  </a:cubicBezTo>
                  <a:lnTo>
                    <a:pt x="545783" y="0"/>
                  </a:lnTo>
                  <a:close/>
                  <a:moveTo>
                    <a:pt x="445770" y="198120"/>
                  </a:moveTo>
                  <a:lnTo>
                    <a:pt x="116205" y="198120"/>
                  </a:lnTo>
                  <a:cubicBezTo>
                    <a:pt x="106680" y="198120"/>
                    <a:pt x="100013" y="190500"/>
                    <a:pt x="100013" y="181928"/>
                  </a:cubicBezTo>
                  <a:cubicBezTo>
                    <a:pt x="100013" y="172403"/>
                    <a:pt x="107633" y="165735"/>
                    <a:pt x="116205" y="165735"/>
                  </a:cubicBezTo>
                  <a:lnTo>
                    <a:pt x="445770" y="165735"/>
                  </a:lnTo>
                  <a:cubicBezTo>
                    <a:pt x="455295" y="165735"/>
                    <a:pt x="461963" y="173355"/>
                    <a:pt x="461963" y="181928"/>
                  </a:cubicBezTo>
                  <a:cubicBezTo>
                    <a:pt x="461963" y="190500"/>
                    <a:pt x="454343" y="198120"/>
                    <a:pt x="445770" y="198120"/>
                  </a:cubicBezTo>
                  <a:lnTo>
                    <a:pt x="445770" y="1981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" name="Google Shape;1197;p44">
            <a:extLst>
              <a:ext uri="{FF2B5EF4-FFF2-40B4-BE49-F238E27FC236}">
                <a16:creationId xmlns:a16="http://schemas.microsoft.com/office/drawing/2014/main" id="{A3288C71-11AD-A885-3002-DBAFAAFDD342}"/>
              </a:ext>
            </a:extLst>
          </p:cNvPr>
          <p:cNvGrpSpPr/>
          <p:nvPr/>
        </p:nvGrpSpPr>
        <p:grpSpPr>
          <a:xfrm>
            <a:off x="1039292" y="3032661"/>
            <a:ext cx="296442" cy="296826"/>
            <a:chOff x="4815666" y="3498247"/>
            <a:chExt cx="296442" cy="296826"/>
          </a:xfrm>
        </p:grpSpPr>
        <p:sp>
          <p:nvSpPr>
            <p:cNvPr id="7" name="Google Shape;1198;p44">
              <a:extLst>
                <a:ext uri="{FF2B5EF4-FFF2-40B4-BE49-F238E27FC236}">
                  <a16:creationId xmlns:a16="http://schemas.microsoft.com/office/drawing/2014/main" id="{45657F74-E729-EBAD-9F6F-30DF8C47D7D0}"/>
                </a:ext>
              </a:extLst>
            </p:cNvPr>
            <p:cNvSpPr/>
            <p:nvPr/>
          </p:nvSpPr>
          <p:spPr>
            <a:xfrm>
              <a:off x="4815666" y="3498247"/>
              <a:ext cx="158772" cy="52254"/>
            </a:xfrm>
            <a:custGeom>
              <a:avLst/>
              <a:gdLst/>
              <a:ahLst/>
              <a:cxnLst/>
              <a:rect l="l" t="t" r="r" b="b"/>
              <a:pathLst>
                <a:path w="300989" h="99059" extrusionOk="0">
                  <a:moveTo>
                    <a:pt x="267652" y="99060"/>
                  </a:moveTo>
                  <a:lnTo>
                    <a:pt x="300990" y="0"/>
                  </a:lnTo>
                  <a:lnTo>
                    <a:pt x="16193" y="0"/>
                  </a:lnTo>
                  <a:cubicBezTo>
                    <a:pt x="6668" y="0"/>
                    <a:pt x="0" y="7620"/>
                    <a:pt x="0" y="16193"/>
                  </a:cubicBezTo>
                  <a:lnTo>
                    <a:pt x="0" y="98107"/>
                  </a:lnTo>
                  <a:lnTo>
                    <a:pt x="267652" y="98107"/>
                  </a:lnTo>
                  <a:close/>
                  <a:moveTo>
                    <a:pt x="214313" y="33338"/>
                  </a:moveTo>
                  <a:cubicBezTo>
                    <a:pt x="223838" y="33338"/>
                    <a:pt x="230505" y="40957"/>
                    <a:pt x="230505" y="49530"/>
                  </a:cubicBezTo>
                  <a:cubicBezTo>
                    <a:pt x="230505" y="59055"/>
                    <a:pt x="222885" y="65722"/>
                    <a:pt x="214313" y="65722"/>
                  </a:cubicBezTo>
                  <a:cubicBezTo>
                    <a:pt x="205740" y="65722"/>
                    <a:pt x="198120" y="58103"/>
                    <a:pt x="198120" y="49530"/>
                  </a:cubicBezTo>
                  <a:cubicBezTo>
                    <a:pt x="197168" y="40005"/>
                    <a:pt x="204788" y="33338"/>
                    <a:pt x="214313" y="33338"/>
                  </a:cubicBezTo>
                  <a:lnTo>
                    <a:pt x="214313" y="33338"/>
                  </a:lnTo>
                  <a:close/>
                  <a:moveTo>
                    <a:pt x="148590" y="33338"/>
                  </a:moveTo>
                  <a:cubicBezTo>
                    <a:pt x="158115" y="33338"/>
                    <a:pt x="164782" y="40957"/>
                    <a:pt x="164782" y="49530"/>
                  </a:cubicBezTo>
                  <a:cubicBezTo>
                    <a:pt x="164782" y="59055"/>
                    <a:pt x="157163" y="65722"/>
                    <a:pt x="148590" y="65722"/>
                  </a:cubicBezTo>
                  <a:cubicBezTo>
                    <a:pt x="140018" y="65722"/>
                    <a:pt x="132398" y="58103"/>
                    <a:pt x="132398" y="49530"/>
                  </a:cubicBezTo>
                  <a:cubicBezTo>
                    <a:pt x="131445" y="40005"/>
                    <a:pt x="139065" y="33338"/>
                    <a:pt x="148590" y="33338"/>
                  </a:cubicBezTo>
                  <a:lnTo>
                    <a:pt x="148590" y="33338"/>
                  </a:lnTo>
                  <a:close/>
                  <a:moveTo>
                    <a:pt x="81915" y="33338"/>
                  </a:moveTo>
                  <a:cubicBezTo>
                    <a:pt x="91440" y="33338"/>
                    <a:pt x="98107" y="40957"/>
                    <a:pt x="98107" y="49530"/>
                  </a:cubicBezTo>
                  <a:cubicBezTo>
                    <a:pt x="98107" y="59055"/>
                    <a:pt x="90488" y="65722"/>
                    <a:pt x="81915" y="65722"/>
                  </a:cubicBezTo>
                  <a:cubicBezTo>
                    <a:pt x="73343" y="65722"/>
                    <a:pt x="65723" y="58103"/>
                    <a:pt x="65723" y="49530"/>
                  </a:cubicBezTo>
                  <a:cubicBezTo>
                    <a:pt x="65723" y="40005"/>
                    <a:pt x="73343" y="33338"/>
                    <a:pt x="81915" y="33338"/>
                  </a:cubicBezTo>
                  <a:lnTo>
                    <a:pt x="81915" y="3333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199;p44">
              <a:extLst>
                <a:ext uri="{FF2B5EF4-FFF2-40B4-BE49-F238E27FC236}">
                  <a16:creationId xmlns:a16="http://schemas.microsoft.com/office/drawing/2014/main" id="{72E1EEB5-C636-3B3F-D6B1-430AE1301E9C}"/>
                </a:ext>
              </a:extLst>
            </p:cNvPr>
            <p:cNvSpPr/>
            <p:nvPr/>
          </p:nvSpPr>
          <p:spPr>
            <a:xfrm>
              <a:off x="4815666" y="3498247"/>
              <a:ext cx="296442" cy="226602"/>
            </a:xfrm>
            <a:custGeom>
              <a:avLst/>
              <a:gdLst/>
              <a:ahLst/>
              <a:cxnLst/>
              <a:rect l="l" t="t" r="r" b="b"/>
              <a:pathLst>
                <a:path w="561975" h="429577" extrusionOk="0">
                  <a:moveTo>
                    <a:pt x="545782" y="0"/>
                  </a:moveTo>
                  <a:lnTo>
                    <a:pt x="336232" y="0"/>
                  </a:lnTo>
                  <a:lnTo>
                    <a:pt x="296227" y="120015"/>
                  </a:lnTo>
                  <a:cubicBezTo>
                    <a:pt x="294323" y="126682"/>
                    <a:pt x="287655" y="131445"/>
                    <a:pt x="280988" y="131445"/>
                  </a:cubicBezTo>
                  <a:lnTo>
                    <a:pt x="0" y="131445"/>
                  </a:lnTo>
                  <a:lnTo>
                    <a:pt x="0" y="413385"/>
                  </a:lnTo>
                  <a:cubicBezTo>
                    <a:pt x="0" y="422910"/>
                    <a:pt x="7620" y="429578"/>
                    <a:pt x="16193" y="429578"/>
                  </a:cubicBezTo>
                  <a:lnTo>
                    <a:pt x="71438" y="429578"/>
                  </a:lnTo>
                  <a:cubicBezTo>
                    <a:pt x="67627" y="413385"/>
                    <a:pt x="65723" y="397193"/>
                    <a:pt x="65723" y="380047"/>
                  </a:cubicBezTo>
                  <a:cubicBezTo>
                    <a:pt x="65723" y="261938"/>
                    <a:pt x="161925" y="165735"/>
                    <a:pt x="280035" y="165735"/>
                  </a:cubicBezTo>
                  <a:cubicBezTo>
                    <a:pt x="398145" y="165735"/>
                    <a:pt x="494348" y="261938"/>
                    <a:pt x="494348" y="380047"/>
                  </a:cubicBezTo>
                  <a:cubicBezTo>
                    <a:pt x="494348" y="397193"/>
                    <a:pt x="492443" y="413385"/>
                    <a:pt x="488632" y="429578"/>
                  </a:cubicBezTo>
                  <a:lnTo>
                    <a:pt x="545782" y="429578"/>
                  </a:lnTo>
                  <a:cubicBezTo>
                    <a:pt x="555307" y="429578"/>
                    <a:pt x="561975" y="421957"/>
                    <a:pt x="561975" y="413385"/>
                  </a:cubicBezTo>
                  <a:lnTo>
                    <a:pt x="561975" y="16193"/>
                  </a:lnTo>
                  <a:cubicBezTo>
                    <a:pt x="561975" y="7620"/>
                    <a:pt x="554355" y="0"/>
                    <a:pt x="545782" y="0"/>
                  </a:cubicBezTo>
                  <a:lnTo>
                    <a:pt x="54578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200;p44">
              <a:extLst>
                <a:ext uri="{FF2B5EF4-FFF2-40B4-BE49-F238E27FC236}">
                  <a16:creationId xmlns:a16="http://schemas.microsoft.com/office/drawing/2014/main" id="{E1F5A22E-EF10-6DA1-DF07-3D991C4A4FCD}"/>
                </a:ext>
              </a:extLst>
            </p:cNvPr>
            <p:cNvSpPr/>
            <p:nvPr/>
          </p:nvSpPr>
          <p:spPr>
            <a:xfrm>
              <a:off x="4868041" y="3604004"/>
              <a:ext cx="191431" cy="187411"/>
            </a:xfrm>
            <a:custGeom>
              <a:avLst/>
              <a:gdLst/>
              <a:ahLst/>
              <a:cxnLst/>
              <a:rect l="l" t="t" r="r" b="b"/>
              <a:pathLst>
                <a:path w="362902" h="355282" extrusionOk="0">
                  <a:moveTo>
                    <a:pt x="180975" y="0"/>
                  </a:moveTo>
                  <a:cubicBezTo>
                    <a:pt x="80963" y="0"/>
                    <a:pt x="0" y="80963"/>
                    <a:pt x="0" y="180975"/>
                  </a:cubicBezTo>
                  <a:cubicBezTo>
                    <a:pt x="0" y="263843"/>
                    <a:pt x="56197" y="333375"/>
                    <a:pt x="131445" y="355282"/>
                  </a:cubicBezTo>
                  <a:lnTo>
                    <a:pt x="131445" y="284797"/>
                  </a:lnTo>
                  <a:cubicBezTo>
                    <a:pt x="91440" y="265747"/>
                    <a:pt x="65722" y="225743"/>
                    <a:pt x="65722" y="180975"/>
                  </a:cubicBezTo>
                  <a:cubicBezTo>
                    <a:pt x="65722" y="132397"/>
                    <a:pt x="96202" y="89535"/>
                    <a:pt x="142875" y="72390"/>
                  </a:cubicBezTo>
                  <a:cubicBezTo>
                    <a:pt x="147638" y="70485"/>
                    <a:pt x="153352" y="71438"/>
                    <a:pt x="158115" y="74295"/>
                  </a:cubicBezTo>
                  <a:cubicBezTo>
                    <a:pt x="162877" y="77153"/>
                    <a:pt x="164782" y="82868"/>
                    <a:pt x="164782" y="87630"/>
                  </a:cubicBezTo>
                  <a:lnTo>
                    <a:pt x="164782" y="163830"/>
                  </a:lnTo>
                  <a:lnTo>
                    <a:pt x="198120" y="163830"/>
                  </a:lnTo>
                  <a:lnTo>
                    <a:pt x="198120" y="87630"/>
                  </a:lnTo>
                  <a:cubicBezTo>
                    <a:pt x="198120" y="81915"/>
                    <a:pt x="200977" y="77153"/>
                    <a:pt x="204788" y="74295"/>
                  </a:cubicBezTo>
                  <a:cubicBezTo>
                    <a:pt x="209550" y="71438"/>
                    <a:pt x="214313" y="70485"/>
                    <a:pt x="220027" y="72390"/>
                  </a:cubicBezTo>
                  <a:cubicBezTo>
                    <a:pt x="265747" y="88582"/>
                    <a:pt x="297180" y="132397"/>
                    <a:pt x="297180" y="180975"/>
                  </a:cubicBezTo>
                  <a:cubicBezTo>
                    <a:pt x="297180" y="225743"/>
                    <a:pt x="271463" y="265747"/>
                    <a:pt x="231457" y="284797"/>
                  </a:cubicBezTo>
                  <a:lnTo>
                    <a:pt x="231457" y="355282"/>
                  </a:lnTo>
                  <a:cubicBezTo>
                    <a:pt x="307657" y="333375"/>
                    <a:pt x="362902" y="263843"/>
                    <a:pt x="362902" y="180975"/>
                  </a:cubicBezTo>
                  <a:cubicBezTo>
                    <a:pt x="361950" y="80963"/>
                    <a:pt x="280988" y="0"/>
                    <a:pt x="180975" y="0"/>
                  </a:cubicBezTo>
                  <a:lnTo>
                    <a:pt x="1809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201;p44">
              <a:extLst>
                <a:ext uri="{FF2B5EF4-FFF2-40B4-BE49-F238E27FC236}">
                  <a16:creationId xmlns:a16="http://schemas.microsoft.com/office/drawing/2014/main" id="{CF764116-A38D-03A5-17DE-E46EBD70C689}"/>
                </a:ext>
              </a:extLst>
            </p:cNvPr>
            <p:cNvSpPr/>
            <p:nvPr/>
          </p:nvSpPr>
          <p:spPr>
            <a:xfrm>
              <a:off x="4919912" y="3664940"/>
              <a:ext cx="86923" cy="130133"/>
            </a:xfrm>
            <a:custGeom>
              <a:avLst/>
              <a:gdLst/>
              <a:ahLst/>
              <a:cxnLst/>
              <a:rect l="l" t="t" r="r" b="b"/>
              <a:pathLst>
                <a:path w="164782" h="246697" extrusionOk="0">
                  <a:moveTo>
                    <a:pt x="99060" y="158115"/>
                  </a:moveTo>
                  <a:cubicBezTo>
                    <a:pt x="99060" y="151447"/>
                    <a:pt x="103822" y="144780"/>
                    <a:pt x="109538" y="142875"/>
                  </a:cubicBezTo>
                  <a:cubicBezTo>
                    <a:pt x="141922" y="131445"/>
                    <a:pt x="164782" y="100013"/>
                    <a:pt x="164782" y="65722"/>
                  </a:cubicBezTo>
                  <a:cubicBezTo>
                    <a:pt x="164782" y="40005"/>
                    <a:pt x="152400" y="15240"/>
                    <a:pt x="131445" y="0"/>
                  </a:cubicBezTo>
                  <a:lnTo>
                    <a:pt x="131445" y="65722"/>
                  </a:lnTo>
                  <a:cubicBezTo>
                    <a:pt x="131445" y="75247"/>
                    <a:pt x="123825" y="81915"/>
                    <a:pt x="115252" y="81915"/>
                  </a:cubicBezTo>
                  <a:lnTo>
                    <a:pt x="49530" y="81915"/>
                  </a:lnTo>
                  <a:cubicBezTo>
                    <a:pt x="40005" y="81915"/>
                    <a:pt x="33338" y="74295"/>
                    <a:pt x="33338" y="65722"/>
                  </a:cubicBezTo>
                  <a:lnTo>
                    <a:pt x="33338" y="0"/>
                  </a:lnTo>
                  <a:cubicBezTo>
                    <a:pt x="13335" y="15240"/>
                    <a:pt x="0" y="39053"/>
                    <a:pt x="0" y="65722"/>
                  </a:cubicBezTo>
                  <a:cubicBezTo>
                    <a:pt x="0" y="100013"/>
                    <a:pt x="21907" y="131445"/>
                    <a:pt x="55245" y="142875"/>
                  </a:cubicBezTo>
                  <a:cubicBezTo>
                    <a:pt x="61913" y="144780"/>
                    <a:pt x="65722" y="151447"/>
                    <a:pt x="65722" y="158115"/>
                  </a:cubicBezTo>
                  <a:lnTo>
                    <a:pt x="65722" y="245745"/>
                  </a:lnTo>
                  <a:cubicBezTo>
                    <a:pt x="71438" y="246697"/>
                    <a:pt x="76200" y="246697"/>
                    <a:pt x="81915" y="246697"/>
                  </a:cubicBezTo>
                  <a:cubicBezTo>
                    <a:pt x="87630" y="246697"/>
                    <a:pt x="93345" y="246697"/>
                    <a:pt x="98107" y="245745"/>
                  </a:cubicBezTo>
                  <a:lnTo>
                    <a:pt x="98107" y="15811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1187;p44">
            <a:extLst>
              <a:ext uri="{FF2B5EF4-FFF2-40B4-BE49-F238E27FC236}">
                <a16:creationId xmlns:a16="http://schemas.microsoft.com/office/drawing/2014/main" id="{8F00C781-BCCA-3936-C700-4EFB1EA4DC61}"/>
              </a:ext>
            </a:extLst>
          </p:cNvPr>
          <p:cNvGrpSpPr/>
          <p:nvPr/>
        </p:nvGrpSpPr>
        <p:grpSpPr>
          <a:xfrm>
            <a:off x="4936228" y="1591131"/>
            <a:ext cx="296686" cy="297346"/>
            <a:chOff x="3415639" y="3498247"/>
            <a:chExt cx="296686" cy="297346"/>
          </a:xfrm>
        </p:grpSpPr>
        <p:sp>
          <p:nvSpPr>
            <p:cNvPr id="12" name="Google Shape;1188;p44">
              <a:extLst>
                <a:ext uri="{FF2B5EF4-FFF2-40B4-BE49-F238E27FC236}">
                  <a16:creationId xmlns:a16="http://schemas.microsoft.com/office/drawing/2014/main" id="{D5C383D8-A3D0-7FF3-B497-E090FCF68BE2}"/>
                </a:ext>
              </a:extLst>
            </p:cNvPr>
            <p:cNvSpPr/>
            <p:nvPr/>
          </p:nvSpPr>
          <p:spPr>
            <a:xfrm>
              <a:off x="3415639" y="3671990"/>
              <a:ext cx="99986" cy="17585"/>
            </a:xfrm>
            <a:custGeom>
              <a:avLst/>
              <a:gdLst/>
              <a:ahLst/>
              <a:cxnLst/>
              <a:rect l="l" t="t" r="r" b="b"/>
              <a:pathLst>
                <a:path w="189547" h="33337" extrusionOk="0">
                  <a:moveTo>
                    <a:pt x="173355" y="33338"/>
                  </a:moveTo>
                  <a:lnTo>
                    <a:pt x="189547" y="0"/>
                  </a:lnTo>
                  <a:lnTo>
                    <a:pt x="16193" y="0"/>
                  </a:lnTo>
                  <a:cubicBezTo>
                    <a:pt x="6668" y="0"/>
                    <a:pt x="0" y="7620"/>
                    <a:pt x="0" y="16193"/>
                  </a:cubicBezTo>
                  <a:lnTo>
                    <a:pt x="0" y="32385"/>
                  </a:lnTo>
                  <a:lnTo>
                    <a:pt x="173355" y="3238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89;p44">
              <a:extLst>
                <a:ext uri="{FF2B5EF4-FFF2-40B4-BE49-F238E27FC236}">
                  <a16:creationId xmlns:a16="http://schemas.microsoft.com/office/drawing/2014/main" id="{097FAE13-A57D-346B-80FC-BAC357DCB532}"/>
                </a:ext>
              </a:extLst>
            </p:cNvPr>
            <p:cNvSpPr/>
            <p:nvPr/>
          </p:nvSpPr>
          <p:spPr>
            <a:xfrm>
              <a:off x="3415639" y="3672494"/>
              <a:ext cx="191976" cy="123098"/>
            </a:xfrm>
            <a:custGeom>
              <a:avLst/>
              <a:gdLst/>
              <a:ahLst/>
              <a:cxnLst/>
              <a:rect l="l" t="t" r="r" b="b"/>
              <a:pathLst>
                <a:path w="363935" h="233362" extrusionOk="0">
                  <a:moveTo>
                    <a:pt x="347663" y="0"/>
                  </a:moveTo>
                  <a:lnTo>
                    <a:pt x="225743" y="0"/>
                  </a:lnTo>
                  <a:lnTo>
                    <a:pt x="197168" y="57150"/>
                  </a:lnTo>
                  <a:cubicBezTo>
                    <a:pt x="194310" y="62865"/>
                    <a:pt x="188595" y="66675"/>
                    <a:pt x="182880" y="66675"/>
                  </a:cubicBezTo>
                  <a:lnTo>
                    <a:pt x="0" y="66675"/>
                  </a:lnTo>
                  <a:lnTo>
                    <a:pt x="0" y="217170"/>
                  </a:lnTo>
                  <a:cubicBezTo>
                    <a:pt x="0" y="226695"/>
                    <a:pt x="7620" y="233363"/>
                    <a:pt x="16193" y="233363"/>
                  </a:cubicBezTo>
                  <a:lnTo>
                    <a:pt x="347663" y="233363"/>
                  </a:lnTo>
                  <a:cubicBezTo>
                    <a:pt x="357188" y="233363"/>
                    <a:pt x="363855" y="225742"/>
                    <a:pt x="363855" y="217170"/>
                  </a:cubicBezTo>
                  <a:lnTo>
                    <a:pt x="363855" y="17145"/>
                  </a:lnTo>
                  <a:cubicBezTo>
                    <a:pt x="364807" y="6667"/>
                    <a:pt x="357188" y="0"/>
                    <a:pt x="347663" y="0"/>
                  </a:cubicBezTo>
                  <a:lnTo>
                    <a:pt x="347663" y="0"/>
                  </a:lnTo>
                  <a:close/>
                  <a:moveTo>
                    <a:pt x="281940" y="164782"/>
                  </a:moveTo>
                  <a:lnTo>
                    <a:pt x="84772" y="164782"/>
                  </a:lnTo>
                  <a:cubicBezTo>
                    <a:pt x="75247" y="164782"/>
                    <a:pt x="68580" y="157163"/>
                    <a:pt x="68580" y="148590"/>
                  </a:cubicBezTo>
                  <a:cubicBezTo>
                    <a:pt x="68580" y="139065"/>
                    <a:pt x="76200" y="132397"/>
                    <a:pt x="84772" y="132397"/>
                  </a:cubicBezTo>
                  <a:lnTo>
                    <a:pt x="281940" y="132397"/>
                  </a:lnTo>
                  <a:cubicBezTo>
                    <a:pt x="291465" y="132397"/>
                    <a:pt x="298132" y="140017"/>
                    <a:pt x="298132" y="148590"/>
                  </a:cubicBezTo>
                  <a:cubicBezTo>
                    <a:pt x="298132" y="157163"/>
                    <a:pt x="291465" y="164782"/>
                    <a:pt x="281940" y="164782"/>
                  </a:cubicBezTo>
                  <a:lnTo>
                    <a:pt x="281940" y="16478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190;p44">
              <a:extLst>
                <a:ext uri="{FF2B5EF4-FFF2-40B4-BE49-F238E27FC236}">
                  <a16:creationId xmlns:a16="http://schemas.microsoft.com/office/drawing/2014/main" id="{A44BBDE0-F5D1-7F9C-6539-3E7830E21402}"/>
                </a:ext>
              </a:extLst>
            </p:cNvPr>
            <p:cNvSpPr/>
            <p:nvPr/>
          </p:nvSpPr>
          <p:spPr>
            <a:xfrm>
              <a:off x="3469021" y="3584867"/>
              <a:ext cx="98479" cy="17585"/>
            </a:xfrm>
            <a:custGeom>
              <a:avLst/>
              <a:gdLst/>
              <a:ahLst/>
              <a:cxnLst/>
              <a:rect l="l" t="t" r="r" b="b"/>
              <a:pathLst>
                <a:path w="186690" h="33337" extrusionOk="0">
                  <a:moveTo>
                    <a:pt x="170497" y="33338"/>
                  </a:moveTo>
                  <a:lnTo>
                    <a:pt x="186690" y="0"/>
                  </a:lnTo>
                  <a:lnTo>
                    <a:pt x="16192" y="0"/>
                  </a:lnTo>
                  <a:cubicBezTo>
                    <a:pt x="6667" y="0"/>
                    <a:pt x="0" y="7620"/>
                    <a:pt x="0" y="16192"/>
                  </a:cubicBezTo>
                  <a:lnTo>
                    <a:pt x="0" y="32385"/>
                  </a:lnTo>
                  <a:lnTo>
                    <a:pt x="170497" y="3238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191;p44">
              <a:extLst>
                <a:ext uri="{FF2B5EF4-FFF2-40B4-BE49-F238E27FC236}">
                  <a16:creationId xmlns:a16="http://schemas.microsoft.com/office/drawing/2014/main" id="{41B569D7-0967-59E3-458C-13BE68BA0BCD}"/>
                </a:ext>
              </a:extLst>
            </p:cNvPr>
            <p:cNvSpPr/>
            <p:nvPr/>
          </p:nvSpPr>
          <p:spPr>
            <a:xfrm>
              <a:off x="3521396" y="3498247"/>
              <a:ext cx="98479" cy="17585"/>
            </a:xfrm>
            <a:custGeom>
              <a:avLst/>
              <a:gdLst/>
              <a:ahLst/>
              <a:cxnLst/>
              <a:rect l="l" t="t" r="r" b="b"/>
              <a:pathLst>
                <a:path w="186690" h="33337" extrusionOk="0">
                  <a:moveTo>
                    <a:pt x="170497" y="33338"/>
                  </a:moveTo>
                  <a:lnTo>
                    <a:pt x="186690" y="0"/>
                  </a:lnTo>
                  <a:lnTo>
                    <a:pt x="16193" y="0"/>
                  </a:lnTo>
                  <a:cubicBezTo>
                    <a:pt x="6668" y="0"/>
                    <a:pt x="0" y="7620"/>
                    <a:pt x="0" y="16193"/>
                  </a:cubicBezTo>
                  <a:lnTo>
                    <a:pt x="0" y="32385"/>
                  </a:lnTo>
                  <a:lnTo>
                    <a:pt x="170497" y="3238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192;p44">
              <a:extLst>
                <a:ext uri="{FF2B5EF4-FFF2-40B4-BE49-F238E27FC236}">
                  <a16:creationId xmlns:a16="http://schemas.microsoft.com/office/drawing/2014/main" id="{D21595DE-A07D-3567-0958-E38B0ACDF76B}"/>
                </a:ext>
              </a:extLst>
            </p:cNvPr>
            <p:cNvSpPr/>
            <p:nvPr/>
          </p:nvSpPr>
          <p:spPr>
            <a:xfrm>
              <a:off x="3469021" y="3585370"/>
              <a:ext cx="190929" cy="104508"/>
            </a:xfrm>
            <a:custGeom>
              <a:avLst/>
              <a:gdLst/>
              <a:ahLst/>
              <a:cxnLst/>
              <a:rect l="l" t="t" r="r" b="b"/>
              <a:pathLst>
                <a:path w="361950" h="198120" extrusionOk="0">
                  <a:moveTo>
                    <a:pt x="345757" y="0"/>
                  </a:moveTo>
                  <a:lnTo>
                    <a:pt x="223838" y="0"/>
                  </a:lnTo>
                  <a:lnTo>
                    <a:pt x="195263" y="57150"/>
                  </a:lnTo>
                  <a:cubicBezTo>
                    <a:pt x="192405" y="62865"/>
                    <a:pt x="186690" y="66675"/>
                    <a:pt x="180975" y="66675"/>
                  </a:cubicBezTo>
                  <a:lnTo>
                    <a:pt x="0" y="66675"/>
                  </a:lnTo>
                  <a:lnTo>
                    <a:pt x="0" y="132398"/>
                  </a:lnTo>
                  <a:lnTo>
                    <a:pt x="246697" y="132398"/>
                  </a:lnTo>
                  <a:cubicBezTo>
                    <a:pt x="274320" y="132398"/>
                    <a:pt x="296228" y="154305"/>
                    <a:pt x="296228" y="181928"/>
                  </a:cubicBezTo>
                  <a:lnTo>
                    <a:pt x="296228" y="198120"/>
                  </a:lnTo>
                  <a:lnTo>
                    <a:pt x="345757" y="198120"/>
                  </a:lnTo>
                  <a:cubicBezTo>
                    <a:pt x="355282" y="198120"/>
                    <a:pt x="361950" y="190500"/>
                    <a:pt x="361950" y="181928"/>
                  </a:cubicBezTo>
                  <a:lnTo>
                    <a:pt x="361950" y="16193"/>
                  </a:lnTo>
                  <a:cubicBezTo>
                    <a:pt x="361950" y="7620"/>
                    <a:pt x="355282" y="0"/>
                    <a:pt x="345757" y="0"/>
                  </a:cubicBezTo>
                  <a:lnTo>
                    <a:pt x="3457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193;p44">
              <a:extLst>
                <a:ext uri="{FF2B5EF4-FFF2-40B4-BE49-F238E27FC236}">
                  <a16:creationId xmlns:a16="http://schemas.microsoft.com/office/drawing/2014/main" id="{4C64E7CB-47E0-4035-DDBD-A4DE84C8D8F4}"/>
                </a:ext>
              </a:extLst>
            </p:cNvPr>
            <p:cNvSpPr/>
            <p:nvPr/>
          </p:nvSpPr>
          <p:spPr>
            <a:xfrm>
              <a:off x="3521396" y="3498247"/>
              <a:ext cx="190929" cy="139177"/>
            </a:xfrm>
            <a:custGeom>
              <a:avLst/>
              <a:gdLst/>
              <a:ahLst/>
              <a:cxnLst/>
              <a:rect l="l" t="t" r="r" b="b"/>
              <a:pathLst>
                <a:path w="361950" h="263842" extrusionOk="0">
                  <a:moveTo>
                    <a:pt x="345757" y="0"/>
                  </a:moveTo>
                  <a:lnTo>
                    <a:pt x="223838" y="0"/>
                  </a:lnTo>
                  <a:lnTo>
                    <a:pt x="195263" y="57150"/>
                  </a:lnTo>
                  <a:cubicBezTo>
                    <a:pt x="192405" y="62865"/>
                    <a:pt x="186690" y="66675"/>
                    <a:pt x="180975" y="66675"/>
                  </a:cubicBezTo>
                  <a:lnTo>
                    <a:pt x="0" y="66675"/>
                  </a:lnTo>
                  <a:lnTo>
                    <a:pt x="0" y="132397"/>
                  </a:lnTo>
                  <a:lnTo>
                    <a:pt x="246697" y="132397"/>
                  </a:lnTo>
                  <a:cubicBezTo>
                    <a:pt x="274320" y="132397"/>
                    <a:pt x="296228" y="154305"/>
                    <a:pt x="296228" y="181928"/>
                  </a:cubicBezTo>
                  <a:lnTo>
                    <a:pt x="296228" y="263843"/>
                  </a:lnTo>
                  <a:lnTo>
                    <a:pt x="345757" y="263843"/>
                  </a:lnTo>
                  <a:cubicBezTo>
                    <a:pt x="355282" y="263843"/>
                    <a:pt x="361950" y="256222"/>
                    <a:pt x="361950" y="247650"/>
                  </a:cubicBezTo>
                  <a:lnTo>
                    <a:pt x="361950" y="17145"/>
                  </a:lnTo>
                  <a:cubicBezTo>
                    <a:pt x="361950" y="7620"/>
                    <a:pt x="354330" y="0"/>
                    <a:pt x="345757" y="0"/>
                  </a:cubicBezTo>
                  <a:lnTo>
                    <a:pt x="3457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088;p44">
            <a:extLst>
              <a:ext uri="{FF2B5EF4-FFF2-40B4-BE49-F238E27FC236}">
                <a16:creationId xmlns:a16="http://schemas.microsoft.com/office/drawing/2014/main" id="{1F18A49E-E3D6-B9B0-C6E5-CE6D6C2E9B57}"/>
              </a:ext>
            </a:extLst>
          </p:cNvPr>
          <p:cNvGrpSpPr/>
          <p:nvPr/>
        </p:nvGrpSpPr>
        <p:grpSpPr>
          <a:xfrm>
            <a:off x="4937083" y="3032661"/>
            <a:ext cx="295982" cy="277589"/>
            <a:chOff x="4120688" y="2163694"/>
            <a:chExt cx="295982" cy="277589"/>
          </a:xfrm>
        </p:grpSpPr>
        <p:sp>
          <p:nvSpPr>
            <p:cNvPr id="19" name="Google Shape;1089;p44">
              <a:extLst>
                <a:ext uri="{FF2B5EF4-FFF2-40B4-BE49-F238E27FC236}">
                  <a16:creationId xmlns:a16="http://schemas.microsoft.com/office/drawing/2014/main" id="{1A3F1D16-4000-4867-3454-966C5D01033C}"/>
                </a:ext>
              </a:extLst>
            </p:cNvPr>
            <p:cNvSpPr/>
            <p:nvPr/>
          </p:nvSpPr>
          <p:spPr>
            <a:xfrm>
              <a:off x="4120688" y="2163694"/>
              <a:ext cx="295982" cy="208011"/>
            </a:xfrm>
            <a:custGeom>
              <a:avLst/>
              <a:gdLst/>
              <a:ahLst/>
              <a:cxnLst/>
              <a:rect l="l" t="t" r="r" b="b"/>
              <a:pathLst>
                <a:path w="561103" h="394334" extrusionOk="0">
                  <a:moveTo>
                    <a:pt x="545782" y="0"/>
                  </a:moveTo>
                  <a:lnTo>
                    <a:pt x="337185" y="0"/>
                  </a:lnTo>
                  <a:lnTo>
                    <a:pt x="297180" y="120015"/>
                  </a:lnTo>
                  <a:cubicBezTo>
                    <a:pt x="295275" y="126683"/>
                    <a:pt x="288607" y="131445"/>
                    <a:pt x="281940" y="131445"/>
                  </a:cubicBezTo>
                  <a:lnTo>
                    <a:pt x="0" y="131445"/>
                  </a:lnTo>
                  <a:lnTo>
                    <a:pt x="0" y="378142"/>
                  </a:lnTo>
                  <a:cubicBezTo>
                    <a:pt x="0" y="387667"/>
                    <a:pt x="7620" y="394335"/>
                    <a:pt x="16193" y="394335"/>
                  </a:cubicBezTo>
                  <a:lnTo>
                    <a:pt x="33338" y="394335"/>
                  </a:lnTo>
                  <a:lnTo>
                    <a:pt x="33338" y="213360"/>
                  </a:lnTo>
                  <a:cubicBezTo>
                    <a:pt x="33338" y="185738"/>
                    <a:pt x="55245" y="163830"/>
                    <a:pt x="82868" y="163830"/>
                  </a:cubicBezTo>
                  <a:lnTo>
                    <a:pt x="478155" y="163830"/>
                  </a:lnTo>
                  <a:cubicBezTo>
                    <a:pt x="505777" y="163830"/>
                    <a:pt x="527685" y="185738"/>
                    <a:pt x="527685" y="213360"/>
                  </a:cubicBezTo>
                  <a:lnTo>
                    <a:pt x="527685" y="394335"/>
                  </a:lnTo>
                  <a:lnTo>
                    <a:pt x="544830" y="394335"/>
                  </a:lnTo>
                  <a:cubicBezTo>
                    <a:pt x="554355" y="394335"/>
                    <a:pt x="561023" y="386715"/>
                    <a:pt x="561023" y="378142"/>
                  </a:cubicBezTo>
                  <a:lnTo>
                    <a:pt x="561023" y="16192"/>
                  </a:lnTo>
                  <a:cubicBezTo>
                    <a:pt x="561975" y="7620"/>
                    <a:pt x="554355" y="0"/>
                    <a:pt x="545782" y="0"/>
                  </a:cubicBezTo>
                  <a:lnTo>
                    <a:pt x="54578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090;p44">
              <a:extLst>
                <a:ext uri="{FF2B5EF4-FFF2-40B4-BE49-F238E27FC236}">
                  <a16:creationId xmlns:a16="http://schemas.microsoft.com/office/drawing/2014/main" id="{89160F6B-568E-B090-DF25-EC7917320AC5}"/>
                </a:ext>
              </a:extLst>
            </p:cNvPr>
            <p:cNvSpPr/>
            <p:nvPr/>
          </p:nvSpPr>
          <p:spPr>
            <a:xfrm>
              <a:off x="4121192" y="2163694"/>
              <a:ext cx="159274" cy="52254"/>
            </a:xfrm>
            <a:custGeom>
              <a:avLst/>
              <a:gdLst/>
              <a:ahLst/>
              <a:cxnLst/>
              <a:rect l="l" t="t" r="r" b="b"/>
              <a:pathLst>
                <a:path w="301942" h="99059" extrusionOk="0">
                  <a:moveTo>
                    <a:pt x="268605" y="99060"/>
                  </a:moveTo>
                  <a:lnTo>
                    <a:pt x="301943" y="0"/>
                  </a:lnTo>
                  <a:lnTo>
                    <a:pt x="16193" y="0"/>
                  </a:lnTo>
                  <a:cubicBezTo>
                    <a:pt x="6668" y="0"/>
                    <a:pt x="0" y="7620"/>
                    <a:pt x="0" y="16192"/>
                  </a:cubicBezTo>
                  <a:lnTo>
                    <a:pt x="0" y="98108"/>
                  </a:lnTo>
                  <a:lnTo>
                    <a:pt x="268605" y="98108"/>
                  </a:lnTo>
                  <a:close/>
                  <a:moveTo>
                    <a:pt x="214313" y="33338"/>
                  </a:moveTo>
                  <a:cubicBezTo>
                    <a:pt x="223838" y="33338"/>
                    <a:pt x="230505" y="40958"/>
                    <a:pt x="230505" y="49530"/>
                  </a:cubicBezTo>
                  <a:cubicBezTo>
                    <a:pt x="230505" y="58103"/>
                    <a:pt x="222885" y="65722"/>
                    <a:pt x="214313" y="65722"/>
                  </a:cubicBezTo>
                  <a:cubicBezTo>
                    <a:pt x="205740" y="65722"/>
                    <a:pt x="198120" y="58103"/>
                    <a:pt x="198120" y="49530"/>
                  </a:cubicBezTo>
                  <a:cubicBezTo>
                    <a:pt x="198120" y="40958"/>
                    <a:pt x="204788" y="33338"/>
                    <a:pt x="214313" y="33338"/>
                  </a:cubicBezTo>
                  <a:lnTo>
                    <a:pt x="214313" y="33338"/>
                  </a:lnTo>
                  <a:close/>
                  <a:moveTo>
                    <a:pt x="148590" y="33338"/>
                  </a:moveTo>
                  <a:cubicBezTo>
                    <a:pt x="158115" y="33338"/>
                    <a:pt x="164783" y="40958"/>
                    <a:pt x="164783" y="49530"/>
                  </a:cubicBezTo>
                  <a:cubicBezTo>
                    <a:pt x="164783" y="58103"/>
                    <a:pt x="157163" y="65722"/>
                    <a:pt x="148590" y="65722"/>
                  </a:cubicBezTo>
                  <a:cubicBezTo>
                    <a:pt x="140018" y="65722"/>
                    <a:pt x="132398" y="58103"/>
                    <a:pt x="132398" y="49530"/>
                  </a:cubicBezTo>
                  <a:cubicBezTo>
                    <a:pt x="132398" y="40958"/>
                    <a:pt x="139065" y="33338"/>
                    <a:pt x="148590" y="33338"/>
                  </a:cubicBezTo>
                  <a:lnTo>
                    <a:pt x="148590" y="33338"/>
                  </a:lnTo>
                  <a:close/>
                  <a:moveTo>
                    <a:pt x="82868" y="33338"/>
                  </a:moveTo>
                  <a:cubicBezTo>
                    <a:pt x="92393" y="33338"/>
                    <a:pt x="99060" y="40958"/>
                    <a:pt x="99060" y="49530"/>
                  </a:cubicBezTo>
                  <a:cubicBezTo>
                    <a:pt x="99060" y="58103"/>
                    <a:pt x="91440" y="65722"/>
                    <a:pt x="82868" y="65722"/>
                  </a:cubicBezTo>
                  <a:cubicBezTo>
                    <a:pt x="74295" y="65722"/>
                    <a:pt x="66675" y="58103"/>
                    <a:pt x="66675" y="49530"/>
                  </a:cubicBezTo>
                  <a:cubicBezTo>
                    <a:pt x="66675" y="40958"/>
                    <a:pt x="73343" y="33338"/>
                    <a:pt x="82868" y="33338"/>
                  </a:cubicBezTo>
                  <a:lnTo>
                    <a:pt x="82868" y="3333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091;p44">
              <a:extLst>
                <a:ext uri="{FF2B5EF4-FFF2-40B4-BE49-F238E27FC236}">
                  <a16:creationId xmlns:a16="http://schemas.microsoft.com/office/drawing/2014/main" id="{DC143112-85E6-CB08-CBC9-4AE785D51AFC}"/>
                </a:ext>
              </a:extLst>
            </p:cNvPr>
            <p:cNvSpPr/>
            <p:nvPr/>
          </p:nvSpPr>
          <p:spPr>
            <a:xfrm>
              <a:off x="4155941" y="2267940"/>
              <a:ext cx="225640" cy="173343"/>
            </a:xfrm>
            <a:custGeom>
              <a:avLst/>
              <a:gdLst/>
              <a:ahLst/>
              <a:cxnLst/>
              <a:rect l="l" t="t" r="r" b="b"/>
              <a:pathLst>
                <a:path w="427753" h="328612" extrusionOk="0">
                  <a:moveTo>
                    <a:pt x="411480" y="0"/>
                  </a:moveTo>
                  <a:lnTo>
                    <a:pt x="16193" y="0"/>
                  </a:lnTo>
                  <a:cubicBezTo>
                    <a:pt x="6668" y="0"/>
                    <a:pt x="0" y="7620"/>
                    <a:pt x="0" y="16192"/>
                  </a:cubicBezTo>
                  <a:lnTo>
                    <a:pt x="0" y="312420"/>
                  </a:lnTo>
                  <a:cubicBezTo>
                    <a:pt x="0" y="321945"/>
                    <a:pt x="7620" y="328613"/>
                    <a:pt x="16193" y="328613"/>
                  </a:cubicBezTo>
                  <a:lnTo>
                    <a:pt x="411480" y="328613"/>
                  </a:lnTo>
                  <a:cubicBezTo>
                    <a:pt x="421005" y="328613"/>
                    <a:pt x="427673" y="320992"/>
                    <a:pt x="427673" y="312420"/>
                  </a:cubicBezTo>
                  <a:lnTo>
                    <a:pt x="427673" y="16192"/>
                  </a:lnTo>
                  <a:cubicBezTo>
                    <a:pt x="428625" y="7620"/>
                    <a:pt x="421005" y="0"/>
                    <a:pt x="411480" y="0"/>
                  </a:cubicBezTo>
                  <a:lnTo>
                    <a:pt x="411480" y="0"/>
                  </a:lnTo>
                  <a:close/>
                  <a:moveTo>
                    <a:pt x="313373" y="49530"/>
                  </a:moveTo>
                  <a:cubicBezTo>
                    <a:pt x="322898" y="49530"/>
                    <a:pt x="329565" y="57150"/>
                    <a:pt x="329565" y="65723"/>
                  </a:cubicBezTo>
                  <a:cubicBezTo>
                    <a:pt x="329565" y="74295"/>
                    <a:pt x="321945" y="81915"/>
                    <a:pt x="313373" y="81915"/>
                  </a:cubicBezTo>
                  <a:cubicBezTo>
                    <a:pt x="304800" y="81915"/>
                    <a:pt x="297180" y="74295"/>
                    <a:pt x="297180" y="65723"/>
                  </a:cubicBezTo>
                  <a:cubicBezTo>
                    <a:pt x="297180" y="57150"/>
                    <a:pt x="303848" y="49530"/>
                    <a:pt x="313373" y="49530"/>
                  </a:cubicBezTo>
                  <a:lnTo>
                    <a:pt x="313373" y="49530"/>
                  </a:lnTo>
                  <a:close/>
                  <a:moveTo>
                    <a:pt x="247650" y="49530"/>
                  </a:moveTo>
                  <a:cubicBezTo>
                    <a:pt x="257175" y="49530"/>
                    <a:pt x="263843" y="57150"/>
                    <a:pt x="263843" y="65723"/>
                  </a:cubicBezTo>
                  <a:cubicBezTo>
                    <a:pt x="263843" y="74295"/>
                    <a:pt x="256223" y="81915"/>
                    <a:pt x="247650" y="81915"/>
                  </a:cubicBezTo>
                  <a:cubicBezTo>
                    <a:pt x="239077" y="81915"/>
                    <a:pt x="231457" y="74295"/>
                    <a:pt x="231457" y="65723"/>
                  </a:cubicBezTo>
                  <a:cubicBezTo>
                    <a:pt x="231457" y="57150"/>
                    <a:pt x="238125" y="49530"/>
                    <a:pt x="247650" y="49530"/>
                  </a:cubicBezTo>
                  <a:lnTo>
                    <a:pt x="247650" y="49530"/>
                  </a:lnTo>
                  <a:close/>
                  <a:moveTo>
                    <a:pt x="230505" y="132398"/>
                  </a:moveTo>
                  <a:cubicBezTo>
                    <a:pt x="230505" y="141923"/>
                    <a:pt x="222885" y="148590"/>
                    <a:pt x="214313" y="148590"/>
                  </a:cubicBezTo>
                  <a:lnTo>
                    <a:pt x="115252" y="148590"/>
                  </a:lnTo>
                  <a:cubicBezTo>
                    <a:pt x="105727" y="148590"/>
                    <a:pt x="99060" y="140970"/>
                    <a:pt x="99060" y="132398"/>
                  </a:cubicBezTo>
                  <a:cubicBezTo>
                    <a:pt x="99060" y="123825"/>
                    <a:pt x="106680" y="116205"/>
                    <a:pt x="115252" y="116205"/>
                  </a:cubicBezTo>
                  <a:lnTo>
                    <a:pt x="214313" y="116205"/>
                  </a:lnTo>
                  <a:cubicBezTo>
                    <a:pt x="223838" y="115253"/>
                    <a:pt x="230505" y="122873"/>
                    <a:pt x="230505" y="132398"/>
                  </a:cubicBezTo>
                  <a:lnTo>
                    <a:pt x="230505" y="132398"/>
                  </a:lnTo>
                  <a:close/>
                  <a:moveTo>
                    <a:pt x="82868" y="49530"/>
                  </a:moveTo>
                  <a:lnTo>
                    <a:pt x="180975" y="49530"/>
                  </a:lnTo>
                  <a:cubicBezTo>
                    <a:pt x="190500" y="49530"/>
                    <a:pt x="197168" y="57150"/>
                    <a:pt x="197168" y="65723"/>
                  </a:cubicBezTo>
                  <a:cubicBezTo>
                    <a:pt x="197168" y="74295"/>
                    <a:pt x="189548" y="81915"/>
                    <a:pt x="180975" y="81915"/>
                  </a:cubicBezTo>
                  <a:lnTo>
                    <a:pt x="81915" y="81915"/>
                  </a:lnTo>
                  <a:cubicBezTo>
                    <a:pt x="72390" y="81915"/>
                    <a:pt x="65723" y="74295"/>
                    <a:pt x="65723" y="65723"/>
                  </a:cubicBezTo>
                  <a:cubicBezTo>
                    <a:pt x="65723" y="57150"/>
                    <a:pt x="73343" y="49530"/>
                    <a:pt x="82868" y="49530"/>
                  </a:cubicBezTo>
                  <a:lnTo>
                    <a:pt x="82868" y="49530"/>
                  </a:lnTo>
                  <a:close/>
                  <a:moveTo>
                    <a:pt x="82868" y="181928"/>
                  </a:moveTo>
                  <a:cubicBezTo>
                    <a:pt x="92393" y="181928"/>
                    <a:pt x="99060" y="189548"/>
                    <a:pt x="99060" y="198120"/>
                  </a:cubicBezTo>
                  <a:cubicBezTo>
                    <a:pt x="99060" y="206692"/>
                    <a:pt x="91440" y="214313"/>
                    <a:pt x="82868" y="214313"/>
                  </a:cubicBezTo>
                  <a:cubicBezTo>
                    <a:pt x="74295" y="214313"/>
                    <a:pt x="66675" y="206692"/>
                    <a:pt x="66675" y="198120"/>
                  </a:cubicBezTo>
                  <a:cubicBezTo>
                    <a:pt x="66675" y="189548"/>
                    <a:pt x="73343" y="181928"/>
                    <a:pt x="82868" y="181928"/>
                  </a:cubicBezTo>
                  <a:lnTo>
                    <a:pt x="82868" y="181928"/>
                  </a:lnTo>
                  <a:close/>
                  <a:moveTo>
                    <a:pt x="180975" y="280035"/>
                  </a:moveTo>
                  <a:lnTo>
                    <a:pt x="81915" y="280035"/>
                  </a:lnTo>
                  <a:cubicBezTo>
                    <a:pt x="72390" y="280035"/>
                    <a:pt x="65723" y="272415"/>
                    <a:pt x="65723" y="263842"/>
                  </a:cubicBezTo>
                  <a:cubicBezTo>
                    <a:pt x="65723" y="255270"/>
                    <a:pt x="73343" y="247650"/>
                    <a:pt x="81915" y="247650"/>
                  </a:cubicBezTo>
                  <a:lnTo>
                    <a:pt x="180975" y="247650"/>
                  </a:lnTo>
                  <a:cubicBezTo>
                    <a:pt x="190500" y="247650"/>
                    <a:pt x="197168" y="255270"/>
                    <a:pt x="197168" y="263842"/>
                  </a:cubicBezTo>
                  <a:cubicBezTo>
                    <a:pt x="197168" y="272415"/>
                    <a:pt x="190500" y="280035"/>
                    <a:pt x="180975" y="280035"/>
                  </a:cubicBezTo>
                  <a:lnTo>
                    <a:pt x="180975" y="280035"/>
                  </a:lnTo>
                  <a:close/>
                  <a:moveTo>
                    <a:pt x="214313" y="214313"/>
                  </a:moveTo>
                  <a:lnTo>
                    <a:pt x="148590" y="214313"/>
                  </a:lnTo>
                  <a:cubicBezTo>
                    <a:pt x="139065" y="214313"/>
                    <a:pt x="132398" y="206692"/>
                    <a:pt x="132398" y="198120"/>
                  </a:cubicBezTo>
                  <a:cubicBezTo>
                    <a:pt x="132398" y="189548"/>
                    <a:pt x="140018" y="181928"/>
                    <a:pt x="148590" y="181928"/>
                  </a:cubicBezTo>
                  <a:lnTo>
                    <a:pt x="214313" y="181928"/>
                  </a:lnTo>
                  <a:cubicBezTo>
                    <a:pt x="223838" y="181928"/>
                    <a:pt x="230505" y="189548"/>
                    <a:pt x="230505" y="198120"/>
                  </a:cubicBezTo>
                  <a:cubicBezTo>
                    <a:pt x="230505" y="206692"/>
                    <a:pt x="223838" y="214313"/>
                    <a:pt x="214313" y="214313"/>
                  </a:cubicBezTo>
                  <a:lnTo>
                    <a:pt x="214313" y="214313"/>
                  </a:lnTo>
                  <a:close/>
                  <a:moveTo>
                    <a:pt x="313373" y="280035"/>
                  </a:moveTo>
                  <a:lnTo>
                    <a:pt x="247650" y="280035"/>
                  </a:lnTo>
                  <a:cubicBezTo>
                    <a:pt x="238125" y="280035"/>
                    <a:pt x="231457" y="272415"/>
                    <a:pt x="231457" y="263842"/>
                  </a:cubicBezTo>
                  <a:cubicBezTo>
                    <a:pt x="231457" y="255270"/>
                    <a:pt x="239077" y="247650"/>
                    <a:pt x="247650" y="247650"/>
                  </a:cubicBezTo>
                  <a:lnTo>
                    <a:pt x="313373" y="247650"/>
                  </a:lnTo>
                  <a:cubicBezTo>
                    <a:pt x="322898" y="247650"/>
                    <a:pt x="329565" y="255270"/>
                    <a:pt x="329565" y="263842"/>
                  </a:cubicBezTo>
                  <a:cubicBezTo>
                    <a:pt x="329565" y="272415"/>
                    <a:pt x="321945" y="280035"/>
                    <a:pt x="313373" y="280035"/>
                  </a:cubicBezTo>
                  <a:lnTo>
                    <a:pt x="313373" y="280035"/>
                  </a:lnTo>
                  <a:close/>
                  <a:moveTo>
                    <a:pt x="345757" y="214313"/>
                  </a:moveTo>
                  <a:lnTo>
                    <a:pt x="280035" y="214313"/>
                  </a:lnTo>
                  <a:cubicBezTo>
                    <a:pt x="270510" y="214313"/>
                    <a:pt x="263843" y="206692"/>
                    <a:pt x="263843" y="198120"/>
                  </a:cubicBezTo>
                  <a:cubicBezTo>
                    <a:pt x="263843" y="189548"/>
                    <a:pt x="271463" y="181928"/>
                    <a:pt x="280035" y="181928"/>
                  </a:cubicBezTo>
                  <a:lnTo>
                    <a:pt x="345757" y="181928"/>
                  </a:lnTo>
                  <a:cubicBezTo>
                    <a:pt x="355282" y="181928"/>
                    <a:pt x="361950" y="189548"/>
                    <a:pt x="361950" y="198120"/>
                  </a:cubicBezTo>
                  <a:cubicBezTo>
                    <a:pt x="361950" y="206692"/>
                    <a:pt x="355282" y="214313"/>
                    <a:pt x="345757" y="214313"/>
                  </a:cubicBezTo>
                  <a:lnTo>
                    <a:pt x="345757" y="21431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6511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867152A7-57D9-4FF4-D2F3-EFF92754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>
            <a:extLst>
              <a:ext uri="{FF2B5EF4-FFF2-40B4-BE49-F238E27FC236}">
                <a16:creationId xmlns:a16="http://schemas.microsoft.com/office/drawing/2014/main" id="{AC6FB983-9D1E-F6C0-E40D-6F98416ACF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3217" y="1935452"/>
            <a:ext cx="2419364" cy="11583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Instalace a Konfigurace</a:t>
            </a:r>
            <a:endParaRPr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CACAFCD-DBAB-38DB-C18E-F292EEF94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097" y="837806"/>
            <a:ext cx="5251312" cy="380206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50388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62DFBA12-3CAB-BA78-A531-242C583B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>
            <a:extLst>
              <a:ext uri="{FF2B5EF4-FFF2-40B4-BE49-F238E27FC236}">
                <a16:creationId xmlns:a16="http://schemas.microsoft.com/office/drawing/2014/main" id="{7978DAB0-E8CF-B224-FA1F-17CA2EF070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3217" y="1935452"/>
            <a:ext cx="2419364" cy="11583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INSTALACE POMOCÍ GUI</a:t>
            </a:r>
          </a:p>
        </p:txBody>
      </p:sp>
      <p:pic>
        <p:nvPicPr>
          <p:cNvPr id="2" name="Picture 2">
            <a:hlinkClick r:id="" action="ppaction://media"/>
            <a:extLst>
              <a:ext uri="{FF2B5EF4-FFF2-40B4-BE49-F238E27FC236}">
                <a16:creationId xmlns:a16="http://schemas.microsoft.com/office/drawing/2014/main" id="{017BE458-C94B-EA93-73EF-7343A345625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2942581" y="1200547"/>
            <a:ext cx="5594717" cy="314457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532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10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10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Shrnutí </a:t>
            </a:r>
            <a:endParaRPr dirty="0"/>
          </a:p>
        </p:txBody>
      </p:sp>
      <p:sp>
        <p:nvSpPr>
          <p:cNvPr id="271" name="Google Shape;271;p26"/>
          <p:cNvSpPr txBox="1">
            <a:spLocks noGrp="1"/>
          </p:cNvSpPr>
          <p:nvPr>
            <p:ph type="title" idx="2"/>
          </p:nvPr>
        </p:nvSpPr>
        <p:spPr>
          <a:xfrm>
            <a:off x="2135320" y="150416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72" name="Google Shape;272;p26"/>
          <p:cNvSpPr txBox="1">
            <a:spLocks noGrp="1"/>
          </p:cNvSpPr>
          <p:nvPr>
            <p:ph type="title" idx="3"/>
          </p:nvPr>
        </p:nvSpPr>
        <p:spPr>
          <a:xfrm>
            <a:off x="6273980" y="3117210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73" name="Google Shape;273;p26"/>
          <p:cNvSpPr txBox="1">
            <a:spLocks noGrp="1"/>
          </p:cNvSpPr>
          <p:nvPr>
            <p:ph type="title" idx="4"/>
          </p:nvPr>
        </p:nvSpPr>
        <p:spPr>
          <a:xfrm>
            <a:off x="2135320" y="3117210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75" name="Google Shape;275;p26"/>
          <p:cNvSpPr txBox="1">
            <a:spLocks noGrp="1"/>
          </p:cNvSpPr>
          <p:nvPr>
            <p:ph type="title" idx="6"/>
          </p:nvPr>
        </p:nvSpPr>
        <p:spPr>
          <a:xfrm>
            <a:off x="6273980" y="150416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subTitle" idx="1"/>
          </p:nvPr>
        </p:nvSpPr>
        <p:spPr>
          <a:xfrm>
            <a:off x="609600" y="2154447"/>
            <a:ext cx="3962400" cy="1085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400" dirty="0"/>
              <a:t>Je to klíčový prvek moderního webového prostředí a poskytuje spolehlivý a bezpečný základ pro hostování webových aplikací​.</a:t>
            </a:r>
            <a:endParaRPr sz="1400" dirty="0"/>
          </a:p>
        </p:txBody>
      </p:sp>
      <p:sp>
        <p:nvSpPr>
          <p:cNvPr id="278" name="Google Shape;278;p26"/>
          <p:cNvSpPr txBox="1">
            <a:spLocks noGrp="1"/>
          </p:cNvSpPr>
          <p:nvPr>
            <p:ph type="subTitle" idx="8"/>
          </p:nvPr>
        </p:nvSpPr>
        <p:spPr>
          <a:xfrm>
            <a:off x="1349920" y="3826435"/>
            <a:ext cx="2305500" cy="795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400" dirty="0"/>
              <a:t>Poskytuje robustní platformu pro nasazení a správu webových aplikací​.</a:t>
            </a:r>
          </a:p>
        </p:txBody>
      </p:sp>
      <p:sp>
        <p:nvSpPr>
          <p:cNvPr id="279" name="Google Shape;279;p26"/>
          <p:cNvSpPr txBox="1">
            <a:spLocks noGrp="1"/>
          </p:cNvSpPr>
          <p:nvPr>
            <p:ph type="subTitle" idx="9"/>
          </p:nvPr>
        </p:nvSpPr>
        <p:spPr>
          <a:xfrm>
            <a:off x="5093547" y="2158705"/>
            <a:ext cx="3149600" cy="8220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400" dirty="0"/>
              <a:t>Porozumění IIS je nezbytné pro IT profesionály, kteří se zabývají správou webových serverů a aplikací.</a:t>
            </a:r>
          </a:p>
        </p:txBody>
      </p:sp>
      <p:sp>
        <p:nvSpPr>
          <p:cNvPr id="280" name="Google Shape;280;p26"/>
          <p:cNvSpPr txBox="1">
            <a:spLocks noGrp="1"/>
          </p:cNvSpPr>
          <p:nvPr>
            <p:ph type="subTitle" idx="13"/>
          </p:nvPr>
        </p:nvSpPr>
        <p:spPr>
          <a:xfrm>
            <a:off x="5488580" y="3826357"/>
            <a:ext cx="2305500" cy="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400" dirty="0"/>
              <a:t>Děkuju za pozornost.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oting App Pitch Deck by Slidesgo">
  <a:themeElements>
    <a:clrScheme name="Simple Light">
      <a:dk1>
        <a:srgbClr val="24282A"/>
      </a:dk1>
      <a:lt1>
        <a:srgbClr val="F1E7D6"/>
      </a:lt1>
      <a:dk2>
        <a:srgbClr val="FCF6E7"/>
      </a:dk2>
      <a:lt2>
        <a:srgbClr val="EEBB90"/>
      </a:lt2>
      <a:accent1>
        <a:srgbClr val="E6907D"/>
      </a:accent1>
      <a:accent2>
        <a:srgbClr val="DD4F3D"/>
      </a:accent2>
      <a:accent3>
        <a:srgbClr val="BBC8BA"/>
      </a:accent3>
      <a:accent4>
        <a:srgbClr val="538786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720</Words>
  <Application>Microsoft Office PowerPoint</Application>
  <PresentationFormat>Předvádění na obrazovce (16:9)</PresentationFormat>
  <Paragraphs>66</Paragraphs>
  <Slides>15</Slides>
  <Notes>15</Notes>
  <HiddenSlides>0</HiddenSlides>
  <MMClips>1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3" baseType="lpstr">
      <vt:lpstr>Open Sans</vt:lpstr>
      <vt:lpstr>Arial</vt:lpstr>
      <vt:lpstr>Barlow Medium</vt:lpstr>
      <vt:lpstr>Calibri</vt:lpstr>
      <vt:lpstr>Nunito Light</vt:lpstr>
      <vt:lpstr>Darker Grotesque</vt:lpstr>
      <vt:lpstr>Darker Grotesque Black</vt:lpstr>
      <vt:lpstr>Quoting App Pitch Deck by Slidesgo</vt:lpstr>
      <vt:lpstr>INTERNET INFORMATION SERVICES (IIS)</vt:lpstr>
      <vt:lpstr>Úvod</vt:lpstr>
      <vt:lpstr>VÝZNAM IIS</vt:lpstr>
      <vt:lpstr>Historie IIS</vt:lpstr>
      <vt:lpstr>Verze IIS</vt:lpstr>
      <vt:lpstr>Architektura</vt:lpstr>
      <vt:lpstr>Moduly IIS</vt:lpstr>
      <vt:lpstr>ASP.NET v IIS</vt:lpstr>
      <vt:lpstr>Výkon a optimalizace</vt:lpstr>
      <vt:lpstr>Bezpečnost IIS</vt:lpstr>
      <vt:lpstr>Dostupnost IIS</vt:lpstr>
      <vt:lpstr>INSTALACE A KONFIGURACE</vt:lpstr>
      <vt:lpstr>Instalace a Konfigurace</vt:lpstr>
      <vt:lpstr>INSTALACE POMOCÍ GUI</vt:lpstr>
      <vt:lpstr>Shrnutí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