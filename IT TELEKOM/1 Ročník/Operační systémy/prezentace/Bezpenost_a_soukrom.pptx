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74" r:id="rId10"/>
    <p:sldId id="263" r:id="rId11"/>
    <p:sldId id="272" r:id="rId12"/>
    <p:sldId id="273" r:id="rId13"/>
    <p:sldId id="264" r:id="rId14"/>
    <p:sldId id="275" r:id="rId15"/>
    <p:sldId id="276" r:id="rId16"/>
    <p:sldId id="277" r:id="rId17"/>
    <p:sldId id="270" r:id="rId18"/>
    <p:sldId id="267" r:id="rId19"/>
    <p:sldId id="265" r:id="rId20"/>
    <p:sldId id="268" r:id="rId21"/>
    <p:sldId id="278" r:id="rId22"/>
    <p:sldId id="271" r:id="rId23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BD5049-6EA9-407C-87D1-7CEBDD4EFB5C}" v="13" dt="2024-02-14T08:28:09.3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nard OŽANA" userId="c4870e4e-8c14-4f15-9e75-d7add38d5731" providerId="ADAL" clId="{7C34221E-0165-48AA-AFF0-42AF45EC7D0C}"/>
    <pc:docChg chg="custSel addSld delSld modSld">
      <pc:chgData name="Bernard OŽANA" userId="c4870e4e-8c14-4f15-9e75-d7add38d5731" providerId="ADAL" clId="{7C34221E-0165-48AA-AFF0-42AF45EC7D0C}" dt="2024-02-07T07:52:33.713" v="210" actId="115"/>
      <pc:docMkLst>
        <pc:docMk/>
      </pc:docMkLst>
      <pc:sldChg chg="modSp mod">
        <pc:chgData name="Bernard OŽANA" userId="c4870e4e-8c14-4f15-9e75-d7add38d5731" providerId="ADAL" clId="{7C34221E-0165-48AA-AFF0-42AF45EC7D0C}" dt="2024-02-07T07:48:54.009" v="26" actId="113"/>
        <pc:sldMkLst>
          <pc:docMk/>
          <pc:sldMk cId="3706830319" sldId="256"/>
        </pc:sldMkLst>
        <pc:spChg chg="mod">
          <ac:chgData name="Bernard OŽANA" userId="c4870e4e-8c14-4f15-9e75-d7add38d5731" providerId="ADAL" clId="{7C34221E-0165-48AA-AFF0-42AF45EC7D0C}" dt="2024-02-07T07:48:54.009" v="26" actId="113"/>
          <ac:spMkLst>
            <pc:docMk/>
            <pc:sldMk cId="3706830319" sldId="256"/>
            <ac:spMk id="2" creationId="{F3784268-0469-7BF7-5107-B64BD17AFB56}"/>
          </ac:spMkLst>
        </pc:spChg>
      </pc:sldChg>
      <pc:sldChg chg="modSp mod">
        <pc:chgData name="Bernard OŽANA" userId="c4870e4e-8c14-4f15-9e75-d7add38d5731" providerId="ADAL" clId="{7C34221E-0165-48AA-AFF0-42AF45EC7D0C}" dt="2024-02-07T07:48:34.298" v="25" actId="20577"/>
        <pc:sldMkLst>
          <pc:docMk/>
          <pc:sldMk cId="970062375" sldId="258"/>
        </pc:sldMkLst>
        <pc:spChg chg="mod">
          <ac:chgData name="Bernard OŽANA" userId="c4870e4e-8c14-4f15-9e75-d7add38d5731" providerId="ADAL" clId="{7C34221E-0165-48AA-AFF0-42AF45EC7D0C}" dt="2024-02-07T07:48:34.298" v="25" actId="20577"/>
          <ac:spMkLst>
            <pc:docMk/>
            <pc:sldMk cId="970062375" sldId="258"/>
            <ac:spMk id="3" creationId="{E2ED0D15-981A-8F87-D76B-77DB6E37DF6D}"/>
          </ac:spMkLst>
        </pc:spChg>
      </pc:sldChg>
      <pc:sldChg chg="addSp delSp modSp add mod">
        <pc:chgData name="Bernard OŽANA" userId="c4870e4e-8c14-4f15-9e75-d7add38d5731" providerId="ADAL" clId="{7C34221E-0165-48AA-AFF0-42AF45EC7D0C}" dt="2024-02-07T07:52:33.713" v="210" actId="115"/>
        <pc:sldMkLst>
          <pc:docMk/>
          <pc:sldMk cId="1523782780" sldId="268"/>
        </pc:sldMkLst>
        <pc:spChg chg="mod">
          <ac:chgData name="Bernard OŽANA" userId="c4870e4e-8c14-4f15-9e75-d7add38d5731" providerId="ADAL" clId="{7C34221E-0165-48AA-AFF0-42AF45EC7D0C}" dt="2024-02-07T07:52:33.713" v="210" actId="115"/>
          <ac:spMkLst>
            <pc:docMk/>
            <pc:sldMk cId="1523782780" sldId="268"/>
            <ac:spMk id="2" creationId="{85A96689-FBB8-C0DB-A399-2A8933E05594}"/>
          </ac:spMkLst>
        </pc:spChg>
        <pc:spChg chg="add del mod">
          <ac:chgData name="Bernard OŽANA" userId="c4870e4e-8c14-4f15-9e75-d7add38d5731" providerId="ADAL" clId="{7C34221E-0165-48AA-AFF0-42AF45EC7D0C}" dt="2024-02-07T07:49:40.883" v="40"/>
          <ac:spMkLst>
            <pc:docMk/>
            <pc:sldMk cId="1523782780" sldId="268"/>
            <ac:spMk id="3" creationId="{C6F0392E-82C8-CBB4-12A6-E5EBA3EC303B}"/>
          </ac:spMkLst>
        </pc:spChg>
        <pc:spChg chg="add del mod">
          <ac:chgData name="Bernard OŽANA" userId="c4870e4e-8c14-4f15-9e75-d7add38d5731" providerId="ADAL" clId="{7C34221E-0165-48AA-AFF0-42AF45EC7D0C}" dt="2024-02-07T07:50:29.228" v="92" actId="478"/>
          <ac:spMkLst>
            <pc:docMk/>
            <pc:sldMk cId="1523782780" sldId="268"/>
            <ac:spMk id="4" creationId="{B43D945D-649D-D451-5D98-AE1EE7732003}"/>
          </ac:spMkLst>
        </pc:spChg>
      </pc:sldChg>
      <pc:sldChg chg="new del">
        <pc:chgData name="Bernard OŽANA" userId="c4870e4e-8c14-4f15-9e75-d7add38d5731" providerId="ADAL" clId="{7C34221E-0165-48AA-AFF0-42AF45EC7D0C}" dt="2024-02-07T07:49:18.907" v="28" actId="47"/>
        <pc:sldMkLst>
          <pc:docMk/>
          <pc:sldMk cId="3017456887" sldId="268"/>
        </pc:sldMkLst>
      </pc:sldChg>
      <pc:sldChg chg="new">
        <pc:chgData name="Bernard OŽANA" userId="c4870e4e-8c14-4f15-9e75-d7add38d5731" providerId="ADAL" clId="{7C34221E-0165-48AA-AFF0-42AF45EC7D0C}" dt="2024-02-07T07:52:10.829" v="204" actId="680"/>
        <pc:sldMkLst>
          <pc:docMk/>
          <pc:sldMk cId="2447023559" sldId="269"/>
        </pc:sldMkLst>
      </pc:sldChg>
    </pc:docChg>
  </pc:docChgLst>
  <pc:docChgLst>
    <pc:chgData name="Bernard OŽANA" userId="c4870e4e-8c14-4f15-9e75-d7add38d5731" providerId="ADAL" clId="{91BD5049-6EA9-407C-87D1-7CEBDD4EFB5C}"/>
    <pc:docChg chg="undo custSel addSld delSld modSld sldOrd">
      <pc:chgData name="Bernard OŽANA" userId="c4870e4e-8c14-4f15-9e75-d7add38d5731" providerId="ADAL" clId="{91BD5049-6EA9-407C-87D1-7CEBDD4EFB5C}" dt="2024-02-14T08:28:48.266" v="2231" actId="20577"/>
      <pc:docMkLst>
        <pc:docMk/>
      </pc:docMkLst>
      <pc:sldChg chg="modSp mod">
        <pc:chgData name="Bernard OŽANA" userId="c4870e4e-8c14-4f15-9e75-d7add38d5731" providerId="ADAL" clId="{91BD5049-6EA9-407C-87D1-7CEBDD4EFB5C}" dt="2024-02-14T08:28:48.266" v="2231" actId="20577"/>
        <pc:sldMkLst>
          <pc:docMk/>
          <pc:sldMk cId="970062375" sldId="258"/>
        </pc:sldMkLst>
        <pc:spChg chg="mod">
          <ac:chgData name="Bernard OŽANA" userId="c4870e4e-8c14-4f15-9e75-d7add38d5731" providerId="ADAL" clId="{91BD5049-6EA9-407C-87D1-7CEBDD4EFB5C}" dt="2024-02-14T08:28:48.266" v="2231" actId="20577"/>
          <ac:spMkLst>
            <pc:docMk/>
            <pc:sldMk cId="970062375" sldId="258"/>
            <ac:spMk id="3" creationId="{E2ED0D15-981A-8F87-D76B-77DB6E37DF6D}"/>
          </ac:spMkLst>
        </pc:spChg>
      </pc:sldChg>
      <pc:sldChg chg="modSp mod">
        <pc:chgData name="Bernard OŽANA" userId="c4870e4e-8c14-4f15-9e75-d7add38d5731" providerId="ADAL" clId="{91BD5049-6EA9-407C-87D1-7CEBDD4EFB5C}" dt="2024-02-07T11:31:41.043" v="13" actId="20577"/>
        <pc:sldMkLst>
          <pc:docMk/>
          <pc:sldMk cId="1907200453" sldId="259"/>
        </pc:sldMkLst>
        <pc:spChg chg="mod">
          <ac:chgData name="Bernard OŽANA" userId="c4870e4e-8c14-4f15-9e75-d7add38d5731" providerId="ADAL" clId="{91BD5049-6EA9-407C-87D1-7CEBDD4EFB5C}" dt="2024-02-07T11:31:41.043" v="13" actId="20577"/>
          <ac:spMkLst>
            <pc:docMk/>
            <pc:sldMk cId="1907200453" sldId="259"/>
            <ac:spMk id="3" creationId="{BF6C2762-B41E-696F-C99E-D0263E27453E}"/>
          </ac:spMkLst>
        </pc:spChg>
      </pc:sldChg>
      <pc:sldChg chg="modSp mod">
        <pc:chgData name="Bernard OŽANA" userId="c4870e4e-8c14-4f15-9e75-d7add38d5731" providerId="ADAL" clId="{91BD5049-6EA9-407C-87D1-7CEBDD4EFB5C}" dt="2024-02-07T11:38:59.365" v="481" actId="5793"/>
        <pc:sldMkLst>
          <pc:docMk/>
          <pc:sldMk cId="4106701892" sldId="262"/>
        </pc:sldMkLst>
        <pc:spChg chg="mod">
          <ac:chgData name="Bernard OŽANA" userId="c4870e4e-8c14-4f15-9e75-d7add38d5731" providerId="ADAL" clId="{91BD5049-6EA9-407C-87D1-7CEBDD4EFB5C}" dt="2024-02-07T11:38:59.365" v="481" actId="5793"/>
          <ac:spMkLst>
            <pc:docMk/>
            <pc:sldMk cId="4106701892" sldId="262"/>
            <ac:spMk id="3" creationId="{31F43AE2-7E7C-2612-164D-CA77D6C54A53}"/>
          </ac:spMkLst>
        </pc:spChg>
      </pc:sldChg>
      <pc:sldChg chg="modSp mod">
        <pc:chgData name="Bernard OŽANA" userId="c4870e4e-8c14-4f15-9e75-d7add38d5731" providerId="ADAL" clId="{91BD5049-6EA9-407C-87D1-7CEBDD4EFB5C}" dt="2024-02-14T07:38:59.901" v="983" actId="27636"/>
        <pc:sldMkLst>
          <pc:docMk/>
          <pc:sldMk cId="642725150" sldId="263"/>
        </pc:sldMkLst>
        <pc:spChg chg="mod">
          <ac:chgData name="Bernard OŽANA" userId="c4870e4e-8c14-4f15-9e75-d7add38d5731" providerId="ADAL" clId="{91BD5049-6EA9-407C-87D1-7CEBDD4EFB5C}" dt="2024-02-14T07:38:59.901" v="983" actId="27636"/>
          <ac:spMkLst>
            <pc:docMk/>
            <pc:sldMk cId="642725150" sldId="263"/>
            <ac:spMk id="3" creationId="{CFF9714E-6EAF-7252-B856-0A1CE11380D8}"/>
          </ac:spMkLst>
        </pc:spChg>
      </pc:sldChg>
      <pc:sldChg chg="modSp mod">
        <pc:chgData name="Bernard OŽANA" userId="c4870e4e-8c14-4f15-9e75-d7add38d5731" providerId="ADAL" clId="{91BD5049-6EA9-407C-87D1-7CEBDD4EFB5C}" dt="2024-02-14T08:11:58.423" v="2013" actId="27636"/>
        <pc:sldMkLst>
          <pc:docMk/>
          <pc:sldMk cId="2809247365" sldId="264"/>
        </pc:sldMkLst>
        <pc:spChg chg="mod">
          <ac:chgData name="Bernard OŽANA" userId="c4870e4e-8c14-4f15-9e75-d7add38d5731" providerId="ADAL" clId="{91BD5049-6EA9-407C-87D1-7CEBDD4EFB5C}" dt="2024-02-14T08:11:58.423" v="2013" actId="27636"/>
          <ac:spMkLst>
            <pc:docMk/>
            <pc:sldMk cId="2809247365" sldId="264"/>
            <ac:spMk id="3" creationId="{A355248D-0ECD-6538-2D0D-C1BB8CF10D4A}"/>
          </ac:spMkLst>
        </pc:spChg>
      </pc:sldChg>
      <pc:sldChg chg="modSp mod">
        <pc:chgData name="Bernard OŽANA" userId="c4870e4e-8c14-4f15-9e75-d7add38d5731" providerId="ADAL" clId="{91BD5049-6EA9-407C-87D1-7CEBDD4EFB5C}" dt="2024-02-14T07:44:26.773" v="1193" actId="113"/>
        <pc:sldMkLst>
          <pc:docMk/>
          <pc:sldMk cId="2054366438" sldId="265"/>
        </pc:sldMkLst>
        <pc:spChg chg="mod">
          <ac:chgData name="Bernard OŽANA" userId="c4870e4e-8c14-4f15-9e75-d7add38d5731" providerId="ADAL" clId="{91BD5049-6EA9-407C-87D1-7CEBDD4EFB5C}" dt="2024-02-14T07:44:26.773" v="1193" actId="113"/>
          <ac:spMkLst>
            <pc:docMk/>
            <pc:sldMk cId="2054366438" sldId="265"/>
            <ac:spMk id="3" creationId="{9773840E-EE77-C6FE-B66E-38D1F5B6A153}"/>
          </ac:spMkLst>
        </pc:spChg>
      </pc:sldChg>
      <pc:sldChg chg="ord">
        <pc:chgData name="Bernard OŽANA" userId="c4870e4e-8c14-4f15-9e75-d7add38d5731" providerId="ADAL" clId="{91BD5049-6EA9-407C-87D1-7CEBDD4EFB5C}" dt="2024-02-07T11:32:10.720" v="17"/>
        <pc:sldMkLst>
          <pc:docMk/>
          <pc:sldMk cId="2266572952" sldId="266"/>
        </pc:sldMkLst>
      </pc:sldChg>
      <pc:sldChg chg="modSp mod">
        <pc:chgData name="Bernard OŽANA" userId="c4870e4e-8c14-4f15-9e75-d7add38d5731" providerId="ADAL" clId="{91BD5049-6EA9-407C-87D1-7CEBDD4EFB5C}" dt="2024-02-14T08:24:57.276" v="2078" actId="1076"/>
        <pc:sldMkLst>
          <pc:docMk/>
          <pc:sldMk cId="1523782780" sldId="268"/>
        </pc:sldMkLst>
        <pc:spChg chg="mod">
          <ac:chgData name="Bernard OŽANA" userId="c4870e4e-8c14-4f15-9e75-d7add38d5731" providerId="ADAL" clId="{91BD5049-6EA9-407C-87D1-7CEBDD4EFB5C}" dt="2024-02-14T08:24:57.276" v="2078" actId="1076"/>
          <ac:spMkLst>
            <pc:docMk/>
            <pc:sldMk cId="1523782780" sldId="268"/>
            <ac:spMk id="2" creationId="{85A96689-FBB8-C0DB-A399-2A8933E05594}"/>
          </ac:spMkLst>
        </pc:spChg>
      </pc:sldChg>
      <pc:sldChg chg="del">
        <pc:chgData name="Bernard OŽANA" userId="c4870e4e-8c14-4f15-9e75-d7add38d5731" providerId="ADAL" clId="{91BD5049-6EA9-407C-87D1-7CEBDD4EFB5C}" dt="2024-02-14T08:24:15.499" v="2042" actId="47"/>
        <pc:sldMkLst>
          <pc:docMk/>
          <pc:sldMk cId="2447023559" sldId="269"/>
        </pc:sldMkLst>
      </pc:sldChg>
      <pc:sldChg chg="modSp new mod">
        <pc:chgData name="Bernard OŽANA" userId="c4870e4e-8c14-4f15-9e75-d7add38d5731" providerId="ADAL" clId="{91BD5049-6EA9-407C-87D1-7CEBDD4EFB5C}" dt="2024-02-14T08:02:36.138" v="1917" actId="20577"/>
        <pc:sldMkLst>
          <pc:docMk/>
          <pc:sldMk cId="3711282885" sldId="270"/>
        </pc:sldMkLst>
        <pc:spChg chg="mod">
          <ac:chgData name="Bernard OŽANA" userId="c4870e4e-8c14-4f15-9e75-d7add38d5731" providerId="ADAL" clId="{91BD5049-6EA9-407C-87D1-7CEBDD4EFB5C}" dt="2024-02-07T11:30:34.802" v="11" actId="113"/>
          <ac:spMkLst>
            <pc:docMk/>
            <pc:sldMk cId="3711282885" sldId="270"/>
            <ac:spMk id="2" creationId="{A239DB75-7C8F-C42F-A85A-7A7B42DC6D86}"/>
          </ac:spMkLst>
        </pc:spChg>
        <pc:spChg chg="mod">
          <ac:chgData name="Bernard OŽANA" userId="c4870e4e-8c14-4f15-9e75-d7add38d5731" providerId="ADAL" clId="{91BD5049-6EA9-407C-87D1-7CEBDD4EFB5C}" dt="2024-02-14T08:02:36.138" v="1917" actId="20577"/>
          <ac:spMkLst>
            <pc:docMk/>
            <pc:sldMk cId="3711282885" sldId="270"/>
            <ac:spMk id="3" creationId="{199155E6-3E2D-4295-20C5-96B502EBB7D9}"/>
          </ac:spMkLst>
        </pc:spChg>
      </pc:sldChg>
      <pc:sldChg chg="addSp delSp modSp new mod">
        <pc:chgData name="Bernard OŽANA" userId="c4870e4e-8c14-4f15-9e75-d7add38d5731" providerId="ADAL" clId="{91BD5049-6EA9-407C-87D1-7CEBDD4EFB5C}" dt="2024-02-14T08:28:10.316" v="2189" actId="20577"/>
        <pc:sldMkLst>
          <pc:docMk/>
          <pc:sldMk cId="2468213423" sldId="271"/>
        </pc:sldMkLst>
        <pc:spChg chg="mod">
          <ac:chgData name="Bernard OŽANA" userId="c4870e4e-8c14-4f15-9e75-d7add38d5731" providerId="ADAL" clId="{91BD5049-6EA9-407C-87D1-7CEBDD4EFB5C}" dt="2024-02-14T08:26:22.533" v="2112" actId="1076"/>
          <ac:spMkLst>
            <pc:docMk/>
            <pc:sldMk cId="2468213423" sldId="271"/>
            <ac:spMk id="2" creationId="{7CA52912-E14A-88CD-573B-68F23FB7B314}"/>
          </ac:spMkLst>
        </pc:spChg>
        <pc:spChg chg="mod">
          <ac:chgData name="Bernard OŽANA" userId="c4870e4e-8c14-4f15-9e75-d7add38d5731" providerId="ADAL" clId="{91BD5049-6EA9-407C-87D1-7CEBDD4EFB5C}" dt="2024-02-14T08:28:10.316" v="2189" actId="20577"/>
          <ac:spMkLst>
            <pc:docMk/>
            <pc:sldMk cId="2468213423" sldId="271"/>
            <ac:spMk id="3" creationId="{AB7A54AF-9D2A-C2A7-77BC-5EA5CB8BD4B3}"/>
          </ac:spMkLst>
        </pc:spChg>
        <pc:spChg chg="add del mod">
          <ac:chgData name="Bernard OŽANA" userId="c4870e4e-8c14-4f15-9e75-d7add38d5731" providerId="ADAL" clId="{91BD5049-6EA9-407C-87D1-7CEBDD4EFB5C}" dt="2024-02-14T08:26:15.408" v="2111" actId="478"/>
          <ac:spMkLst>
            <pc:docMk/>
            <pc:sldMk cId="2468213423" sldId="271"/>
            <ac:spMk id="4" creationId="{55C2A1B0-79E4-2478-03EC-AB007DAEA4FF}"/>
          </ac:spMkLst>
        </pc:spChg>
      </pc:sldChg>
      <pc:sldChg chg="addSp delSp modSp new mod">
        <pc:chgData name="Bernard OŽANA" userId="c4870e4e-8c14-4f15-9e75-d7add38d5731" providerId="ADAL" clId="{91BD5049-6EA9-407C-87D1-7CEBDD4EFB5C}" dt="2024-02-14T07:30:28.524" v="833" actId="20577"/>
        <pc:sldMkLst>
          <pc:docMk/>
          <pc:sldMk cId="1391934374" sldId="272"/>
        </pc:sldMkLst>
        <pc:spChg chg="mod">
          <ac:chgData name="Bernard OŽANA" userId="c4870e4e-8c14-4f15-9e75-d7add38d5731" providerId="ADAL" clId="{91BD5049-6EA9-407C-87D1-7CEBDD4EFB5C}" dt="2024-02-14T07:30:28.524" v="833" actId="20577"/>
          <ac:spMkLst>
            <pc:docMk/>
            <pc:sldMk cId="1391934374" sldId="272"/>
            <ac:spMk id="2" creationId="{B6A0114A-B487-D7ED-B90A-1CDD2A134EAF}"/>
          </ac:spMkLst>
        </pc:spChg>
        <pc:spChg chg="del">
          <ac:chgData name="Bernard OŽANA" userId="c4870e4e-8c14-4f15-9e75-d7add38d5731" providerId="ADAL" clId="{91BD5049-6EA9-407C-87D1-7CEBDD4EFB5C}" dt="2024-02-14T07:27:50.471" v="812" actId="478"/>
          <ac:spMkLst>
            <pc:docMk/>
            <pc:sldMk cId="1391934374" sldId="272"/>
            <ac:spMk id="3" creationId="{2F618590-F7DF-16B1-B346-7F5493298178}"/>
          </ac:spMkLst>
        </pc:spChg>
        <pc:picChg chg="add mod">
          <ac:chgData name="Bernard OŽANA" userId="c4870e4e-8c14-4f15-9e75-d7add38d5731" providerId="ADAL" clId="{91BD5049-6EA9-407C-87D1-7CEBDD4EFB5C}" dt="2024-02-14T07:30:08.090" v="819" actId="1076"/>
          <ac:picMkLst>
            <pc:docMk/>
            <pc:sldMk cId="1391934374" sldId="272"/>
            <ac:picMk id="5" creationId="{D26B7F87-FB1E-F3F6-3CA4-58B1A5C9EC09}"/>
          </ac:picMkLst>
        </pc:picChg>
      </pc:sldChg>
      <pc:sldChg chg="addSp delSp modSp new mod modAnim">
        <pc:chgData name="Bernard OŽANA" userId="c4870e4e-8c14-4f15-9e75-d7add38d5731" providerId="ADAL" clId="{91BD5049-6EA9-407C-87D1-7CEBDD4EFB5C}" dt="2024-02-14T07:37:50.510" v="893"/>
        <pc:sldMkLst>
          <pc:docMk/>
          <pc:sldMk cId="1987997936" sldId="273"/>
        </pc:sldMkLst>
        <pc:spChg chg="mod">
          <ac:chgData name="Bernard OŽANA" userId="c4870e4e-8c14-4f15-9e75-d7add38d5731" providerId="ADAL" clId="{91BD5049-6EA9-407C-87D1-7CEBDD4EFB5C}" dt="2024-02-14T07:30:50.284" v="879" actId="113"/>
          <ac:spMkLst>
            <pc:docMk/>
            <pc:sldMk cId="1987997936" sldId="273"/>
            <ac:spMk id="2" creationId="{315148A1-39A1-EC41-FA18-C9B8E749A1EE}"/>
          </ac:spMkLst>
        </pc:spChg>
        <pc:spChg chg="add del mod">
          <ac:chgData name="Bernard OŽANA" userId="c4870e4e-8c14-4f15-9e75-d7add38d5731" providerId="ADAL" clId="{91BD5049-6EA9-407C-87D1-7CEBDD4EFB5C}" dt="2024-02-14T07:32:41.400" v="884" actId="478"/>
          <ac:spMkLst>
            <pc:docMk/>
            <pc:sldMk cId="1987997936" sldId="273"/>
            <ac:spMk id="3" creationId="{A84CD27A-9E00-AD8D-9560-033A6BE123E1}"/>
          </ac:spMkLst>
        </pc:spChg>
        <pc:picChg chg="add mod">
          <ac:chgData name="Bernard OŽANA" userId="c4870e4e-8c14-4f15-9e75-d7add38d5731" providerId="ADAL" clId="{91BD5049-6EA9-407C-87D1-7CEBDD4EFB5C}" dt="2024-02-14T07:34:30.714" v="887" actId="1076"/>
          <ac:picMkLst>
            <pc:docMk/>
            <pc:sldMk cId="1987997936" sldId="273"/>
            <ac:picMk id="5" creationId="{DB5A89B2-5A11-5252-31C8-23C2428F2EA4}"/>
          </ac:picMkLst>
        </pc:picChg>
        <pc:picChg chg="add mod">
          <ac:chgData name="Bernard OŽANA" userId="c4870e4e-8c14-4f15-9e75-d7add38d5731" providerId="ADAL" clId="{91BD5049-6EA9-407C-87D1-7CEBDD4EFB5C}" dt="2024-02-14T07:37:20.596" v="890" actId="1076"/>
          <ac:picMkLst>
            <pc:docMk/>
            <pc:sldMk cId="1987997936" sldId="273"/>
            <ac:picMk id="7" creationId="{BAC70E12-F1BD-4602-DD37-EF104C6F8AC7}"/>
          </ac:picMkLst>
        </pc:picChg>
      </pc:sldChg>
      <pc:sldChg chg="addSp delSp modSp new mod">
        <pc:chgData name="Bernard OŽANA" userId="c4870e4e-8c14-4f15-9e75-d7add38d5731" providerId="ADAL" clId="{91BD5049-6EA9-407C-87D1-7CEBDD4EFB5C}" dt="2024-02-14T07:40:54.034" v="991" actId="1076"/>
        <pc:sldMkLst>
          <pc:docMk/>
          <pc:sldMk cId="802493397" sldId="274"/>
        </pc:sldMkLst>
        <pc:spChg chg="mod">
          <ac:chgData name="Bernard OŽANA" userId="c4870e4e-8c14-4f15-9e75-d7add38d5731" providerId="ADAL" clId="{91BD5049-6EA9-407C-87D1-7CEBDD4EFB5C}" dt="2024-02-14T07:40:45.072" v="989" actId="14100"/>
          <ac:spMkLst>
            <pc:docMk/>
            <pc:sldMk cId="802493397" sldId="274"/>
            <ac:spMk id="2" creationId="{C73BAD47-0A73-7F0E-9010-89E815C0CA63}"/>
          </ac:spMkLst>
        </pc:spChg>
        <pc:spChg chg="del">
          <ac:chgData name="Bernard OŽANA" userId="c4870e4e-8c14-4f15-9e75-d7add38d5731" providerId="ADAL" clId="{91BD5049-6EA9-407C-87D1-7CEBDD4EFB5C}" dt="2024-02-14T07:39:24.197" v="986" actId="478"/>
          <ac:spMkLst>
            <pc:docMk/>
            <pc:sldMk cId="802493397" sldId="274"/>
            <ac:spMk id="3" creationId="{3BF23AD0-8FE4-0180-3D92-B1B96B866725}"/>
          </ac:spMkLst>
        </pc:spChg>
        <pc:picChg chg="add mod">
          <ac:chgData name="Bernard OŽANA" userId="c4870e4e-8c14-4f15-9e75-d7add38d5731" providerId="ADAL" clId="{91BD5049-6EA9-407C-87D1-7CEBDD4EFB5C}" dt="2024-02-14T07:40:54.034" v="991" actId="1076"/>
          <ac:picMkLst>
            <pc:docMk/>
            <pc:sldMk cId="802493397" sldId="274"/>
            <ac:picMk id="5" creationId="{23CF8761-5615-BC04-F75F-4E2581639964}"/>
          </ac:picMkLst>
        </pc:picChg>
      </pc:sldChg>
      <pc:sldChg chg="modSp new mod">
        <pc:chgData name="Bernard OŽANA" userId="c4870e4e-8c14-4f15-9e75-d7add38d5731" providerId="ADAL" clId="{91BD5049-6EA9-407C-87D1-7CEBDD4EFB5C}" dt="2024-02-14T07:52:12.965" v="1517" actId="20577"/>
        <pc:sldMkLst>
          <pc:docMk/>
          <pc:sldMk cId="3067697749" sldId="275"/>
        </pc:sldMkLst>
        <pc:spChg chg="mod">
          <ac:chgData name="Bernard OŽANA" userId="c4870e4e-8c14-4f15-9e75-d7add38d5731" providerId="ADAL" clId="{91BD5049-6EA9-407C-87D1-7CEBDD4EFB5C}" dt="2024-02-14T07:47:49.755" v="1306" actId="113"/>
          <ac:spMkLst>
            <pc:docMk/>
            <pc:sldMk cId="3067697749" sldId="275"/>
            <ac:spMk id="2" creationId="{97D0C32D-484E-0784-65B4-57774186B3E0}"/>
          </ac:spMkLst>
        </pc:spChg>
        <pc:spChg chg="mod">
          <ac:chgData name="Bernard OŽANA" userId="c4870e4e-8c14-4f15-9e75-d7add38d5731" providerId="ADAL" clId="{91BD5049-6EA9-407C-87D1-7CEBDD4EFB5C}" dt="2024-02-14T07:52:12.965" v="1517" actId="20577"/>
          <ac:spMkLst>
            <pc:docMk/>
            <pc:sldMk cId="3067697749" sldId="275"/>
            <ac:spMk id="3" creationId="{6395AD14-9B85-3DD0-7C38-AB3622418F33}"/>
          </ac:spMkLst>
        </pc:spChg>
      </pc:sldChg>
      <pc:sldChg chg="addSp delSp modSp new mod">
        <pc:chgData name="Bernard OŽANA" userId="c4870e4e-8c14-4f15-9e75-d7add38d5731" providerId="ADAL" clId="{91BD5049-6EA9-407C-87D1-7CEBDD4EFB5C}" dt="2024-02-14T07:56:30.930" v="1530" actId="22"/>
        <pc:sldMkLst>
          <pc:docMk/>
          <pc:sldMk cId="475003825" sldId="276"/>
        </pc:sldMkLst>
        <pc:spChg chg="mod">
          <ac:chgData name="Bernard OŽANA" userId="c4870e4e-8c14-4f15-9e75-d7add38d5731" providerId="ADAL" clId="{91BD5049-6EA9-407C-87D1-7CEBDD4EFB5C}" dt="2024-02-14T07:52:23.507" v="1522" actId="113"/>
          <ac:spMkLst>
            <pc:docMk/>
            <pc:sldMk cId="475003825" sldId="276"/>
            <ac:spMk id="2" creationId="{C6F4B172-271B-DDA6-26CB-ABFD199773CF}"/>
          </ac:spMkLst>
        </pc:spChg>
        <pc:spChg chg="del">
          <ac:chgData name="Bernard OŽANA" userId="c4870e4e-8c14-4f15-9e75-d7add38d5731" providerId="ADAL" clId="{91BD5049-6EA9-407C-87D1-7CEBDD4EFB5C}" dt="2024-02-14T07:55:22.339" v="1523" actId="478"/>
          <ac:spMkLst>
            <pc:docMk/>
            <pc:sldMk cId="475003825" sldId="276"/>
            <ac:spMk id="3" creationId="{227A3F85-8679-229D-0EE4-AFBA89DE7845}"/>
          </ac:spMkLst>
        </pc:spChg>
        <pc:picChg chg="add del mod">
          <ac:chgData name="Bernard OŽANA" userId="c4870e4e-8c14-4f15-9e75-d7add38d5731" providerId="ADAL" clId="{91BD5049-6EA9-407C-87D1-7CEBDD4EFB5C}" dt="2024-02-14T07:55:30.674" v="1527" actId="478"/>
          <ac:picMkLst>
            <pc:docMk/>
            <pc:sldMk cId="475003825" sldId="276"/>
            <ac:picMk id="5" creationId="{D95CD41D-3CCF-7D1D-A0B9-C8124D409E75}"/>
          </ac:picMkLst>
        </pc:picChg>
        <pc:picChg chg="add del">
          <ac:chgData name="Bernard OŽANA" userId="c4870e4e-8c14-4f15-9e75-d7add38d5731" providerId="ADAL" clId="{91BD5049-6EA9-407C-87D1-7CEBDD4EFB5C}" dt="2024-02-14T07:56:29.898" v="1529" actId="478"/>
          <ac:picMkLst>
            <pc:docMk/>
            <pc:sldMk cId="475003825" sldId="276"/>
            <ac:picMk id="7" creationId="{3733C2A2-C368-46CC-07F3-2DA9EF0C4D9E}"/>
          </ac:picMkLst>
        </pc:picChg>
        <pc:picChg chg="add">
          <ac:chgData name="Bernard OŽANA" userId="c4870e4e-8c14-4f15-9e75-d7add38d5731" providerId="ADAL" clId="{91BD5049-6EA9-407C-87D1-7CEBDD4EFB5C}" dt="2024-02-14T07:56:30.930" v="1530" actId="22"/>
          <ac:picMkLst>
            <pc:docMk/>
            <pc:sldMk cId="475003825" sldId="276"/>
            <ac:picMk id="9" creationId="{D5CB2039-5F68-8964-B090-123D6C227E20}"/>
          </ac:picMkLst>
        </pc:picChg>
      </pc:sldChg>
      <pc:sldChg chg="addSp delSp modSp new mod">
        <pc:chgData name="Bernard OŽANA" userId="c4870e4e-8c14-4f15-9e75-d7add38d5731" providerId="ADAL" clId="{91BD5049-6EA9-407C-87D1-7CEBDD4EFB5C}" dt="2024-02-14T08:23:54.867" v="2041" actId="1076"/>
        <pc:sldMkLst>
          <pc:docMk/>
          <pc:sldMk cId="3240120067" sldId="277"/>
        </pc:sldMkLst>
        <pc:spChg chg="mod">
          <ac:chgData name="Bernard OŽANA" userId="c4870e4e-8c14-4f15-9e75-d7add38d5731" providerId="ADAL" clId="{91BD5049-6EA9-407C-87D1-7CEBDD4EFB5C}" dt="2024-02-14T08:15:13.158" v="2032" actId="20577"/>
          <ac:spMkLst>
            <pc:docMk/>
            <pc:sldMk cId="3240120067" sldId="277"/>
            <ac:spMk id="2" creationId="{1FB3DC1C-2EA4-1656-3F96-FE8473A99C1C}"/>
          </ac:spMkLst>
        </pc:spChg>
        <pc:spChg chg="del">
          <ac:chgData name="Bernard OŽANA" userId="c4870e4e-8c14-4f15-9e75-d7add38d5731" providerId="ADAL" clId="{91BD5049-6EA9-407C-87D1-7CEBDD4EFB5C}" dt="2024-02-14T08:15:16.569" v="2033" actId="478"/>
          <ac:spMkLst>
            <pc:docMk/>
            <pc:sldMk cId="3240120067" sldId="277"/>
            <ac:spMk id="3" creationId="{4053A27E-CB71-1506-6743-537C39031132}"/>
          </ac:spMkLst>
        </pc:spChg>
        <pc:picChg chg="add mod">
          <ac:chgData name="Bernard OŽANA" userId="c4870e4e-8c14-4f15-9e75-d7add38d5731" providerId="ADAL" clId="{91BD5049-6EA9-407C-87D1-7CEBDD4EFB5C}" dt="2024-02-14T08:23:54.867" v="2041" actId="1076"/>
          <ac:picMkLst>
            <pc:docMk/>
            <pc:sldMk cId="3240120067" sldId="277"/>
            <ac:picMk id="5" creationId="{A97D525B-15A9-170A-84F6-1F83DA4FFE0D}"/>
          </ac:picMkLst>
        </pc:picChg>
      </pc:sldChg>
      <pc:sldChg chg="modSp add mod">
        <pc:chgData name="Bernard OŽANA" userId="c4870e4e-8c14-4f15-9e75-d7add38d5731" providerId="ADAL" clId="{91BD5049-6EA9-407C-87D1-7CEBDD4EFB5C}" dt="2024-02-14T08:26:37.340" v="2120" actId="1076"/>
        <pc:sldMkLst>
          <pc:docMk/>
          <pc:sldMk cId="2882696852" sldId="278"/>
        </pc:sldMkLst>
        <pc:spChg chg="mod">
          <ac:chgData name="Bernard OŽANA" userId="c4870e4e-8c14-4f15-9e75-d7add38d5731" providerId="ADAL" clId="{91BD5049-6EA9-407C-87D1-7CEBDD4EFB5C}" dt="2024-02-14T08:26:37.340" v="2120" actId="1076"/>
          <ac:spMkLst>
            <pc:docMk/>
            <pc:sldMk cId="2882696852" sldId="278"/>
            <ac:spMk id="2" creationId="{D383B82C-263E-7BB3-3F15-DEA00804E1E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03AA72A-DA2B-881C-EB01-28B2AC7AA2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ABC57E5D-3B8E-2D63-68DF-0298267E47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1F04044-EC22-5F11-DD33-5B641F596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A2A34-EE64-487A-9C9B-762A4BA708A3}" type="datetimeFigureOut">
              <a:rPr lang="cs-CZ" smtClean="0"/>
              <a:t>14.02.2024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0585724-3E18-72A0-2BAD-D01695AD7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6A7E094-B95A-E466-E75F-C64514E17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BCF36-E14A-4A01-B747-2B962F9332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47492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D036FF6-8FDB-B519-49E8-1B603DD3A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8A52724-B982-16A3-FB7C-0CEF58E14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B81F9B4-8135-032F-CECF-986DB0CF9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A2A34-EE64-487A-9C9B-762A4BA708A3}" type="datetimeFigureOut">
              <a:rPr lang="cs-CZ" smtClean="0"/>
              <a:t>14.02.2024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940726A-6D2A-5A86-B99E-39E2A8345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8C2F156-C0C2-487D-12F5-2310073CD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BCF36-E14A-4A01-B747-2B962F9332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4726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376F6-F8C8-231F-878C-7D36780DA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E54C5B7-EF23-C052-BCB7-6B46B06993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365C7B2-009F-0970-7622-D9325BA12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A2A34-EE64-487A-9C9B-762A4BA708A3}" type="datetimeFigureOut">
              <a:rPr lang="cs-CZ" smtClean="0"/>
              <a:t>14.02.2024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4259AF8-587D-5A9A-9CF9-00F5BDE01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B50D627-F865-5B66-384B-86B9D64D7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BCF36-E14A-4A01-B747-2B962F9332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08743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331FC90-30BB-52E3-BAF5-5949731D4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D8475BF-E334-4A0C-3B96-AD72D9649A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B2C6559D-4F23-5A05-DA3B-B6CEFF8D81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2A9F7E6-CE80-3746-19AB-23EB7423E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A2A34-EE64-487A-9C9B-762A4BA708A3}" type="datetimeFigureOut">
              <a:rPr lang="cs-CZ" smtClean="0"/>
              <a:t>14.02.2024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6B9DB51-08F7-0DCF-A46E-7F949F230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6CF3BD7-A9C2-2D44-76D9-B8A4EC4E4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BCF36-E14A-4A01-B747-2B962F9332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9301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11EBB26-022F-3E83-F4E6-370638210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FB62E12-E6BE-6070-705D-ACB4FF94C4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7ADC015D-39EB-6CF4-A8AC-265193DE5E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50F7805D-3BF3-4E2A-769C-BE7B3421F6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6D1DDF5D-4420-80E5-B88C-226311E12B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A7311BB6-50B9-52B3-193D-108589480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A2A34-EE64-487A-9C9B-762A4BA708A3}" type="datetimeFigureOut">
              <a:rPr lang="cs-CZ" smtClean="0"/>
              <a:t>14.02.2024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1C6CA2DA-6B88-39CF-2D89-529938EA6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4ED1B6C8-ED94-22FF-E1DD-C3AE38D44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BCF36-E14A-4A01-B747-2B962F9332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8404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1BF8A35-D10B-AC5C-53CC-0C1ED5B2C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51DD24DC-482D-DFCB-FF12-9488C045C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A2A34-EE64-487A-9C9B-762A4BA708A3}" type="datetimeFigureOut">
              <a:rPr lang="cs-CZ" smtClean="0"/>
              <a:t>14.02.2024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26EC25D-E36F-4F20-F221-530646D59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58FE4B1A-D079-0003-6CD2-2B07EB9E3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BCF36-E14A-4A01-B747-2B962F9332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06963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0F229CA7-81CA-E77C-48F1-715897A61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A2A34-EE64-487A-9C9B-762A4BA708A3}" type="datetimeFigureOut">
              <a:rPr lang="cs-CZ" smtClean="0"/>
              <a:t>14.02.2024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C566C97B-155B-37DA-77E6-9D9EEC2FC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CE41E22-9BDD-6E68-B8A8-10A6C6138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BCF36-E14A-4A01-B747-2B962F9332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67795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4BFF772-AFFB-F36C-60F6-9D9D50925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AE0291C-DB42-92E9-ECAD-23922BB2C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35B4CC16-40E9-8333-1F87-15ADC90694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2A099265-AEAD-5975-2281-8C46A2CD1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A2A34-EE64-487A-9C9B-762A4BA708A3}" type="datetimeFigureOut">
              <a:rPr lang="cs-CZ" smtClean="0"/>
              <a:t>14.02.2024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7FD42D7D-E4EF-3B79-57C2-7C9180D61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FB19FE56-BA17-E33C-98E7-4012B872D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BCF36-E14A-4A01-B747-2B962F9332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60691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373ED96-67F9-1350-85AE-EF70EC89E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15B64636-5596-6EE3-9313-288EEDF6BF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4B1C128A-89CF-E017-FABA-3170CA718D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B925B7F9-E60B-0CFC-642F-9B5BA5A5A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A2A34-EE64-487A-9C9B-762A4BA708A3}" type="datetimeFigureOut">
              <a:rPr lang="cs-CZ" smtClean="0"/>
              <a:t>14.02.2024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D8FD2645-379E-D719-89F0-75A7CFD78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3B8617A8-D207-C894-35B0-7D40EC661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BCF36-E14A-4A01-B747-2B962F9332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52097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48C9DF7-076D-C466-8F21-4958144D5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6861F830-F82A-4A0C-AB0D-9D4A05AF72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2D90FAA-70E9-17D7-1275-DCEDAA553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A2A34-EE64-487A-9C9B-762A4BA708A3}" type="datetimeFigureOut">
              <a:rPr lang="cs-CZ" smtClean="0"/>
              <a:t>14.02.2024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B05D41F-17DF-E30D-5C2F-FD4275A0C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7D8674F-740B-01BA-B523-8AF1A5141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BCF36-E14A-4A01-B747-2B962F9332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64565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5A82D464-430C-D3E9-73FA-5BC8511232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7D4E2459-6B6F-8421-BA8C-75B52E7E27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31ECE7C-8D03-7EC8-511C-A8968D22B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A2A34-EE64-487A-9C9B-762A4BA708A3}" type="datetimeFigureOut">
              <a:rPr lang="cs-CZ" smtClean="0"/>
              <a:t>14.02.2024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583CCF2-EC42-CE5B-BF23-A30583998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BC455D4-A4A2-434B-87B2-8FC6CDD77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BCF36-E14A-4A01-B747-2B962F9332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44695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C842F58D-C6D2-47FE-B3C8-EA7885371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67823CB-8B6C-F006-ED92-2CACB0840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378B9DD-7A60-F153-81B5-DB68924332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A2A34-EE64-487A-9C9B-762A4BA708A3}" type="datetimeFigureOut">
              <a:rPr lang="cs-CZ" smtClean="0"/>
              <a:t>14.02.2024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799741D-CD3E-96B0-4380-9BC1FC2746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EA98850-1D9B-3EC2-13D8-BF5F0C5ADA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0BCF36-E14A-4A01-B747-2B962F9332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00650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zBnDWSvaQ1I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akenamegenerator.com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3ZgK9keQUY8" TargetMode="External"/><Relationship Id="rId2" Type="http://schemas.openxmlformats.org/officeDocument/2006/relationships/hyperlink" Target="https://www.stationx.net/secure-operating-systems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hat.openai.com/c/28979fff-592a-4b9b-95f8-7fbe1d15f432" TargetMode="External"/><Relationship Id="rId4" Type="http://schemas.openxmlformats.org/officeDocument/2006/relationships/hyperlink" Target="https://www.youtube.com/watch?v=hXF1X-UVRz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3784268-0469-7BF7-5107-B64BD17AFB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b="1" dirty="0"/>
              <a:t>Bezpečnost a soukromí</a:t>
            </a:r>
          </a:p>
        </p:txBody>
      </p:sp>
    </p:spTree>
    <p:extLst>
      <p:ext uri="{BB962C8B-B14F-4D97-AF65-F5344CB8AC3E}">
        <p14:creationId xmlns:p14="http://schemas.microsoft.com/office/powerpoint/2010/main" val="3706830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3213B87-68DC-35AD-627C-5311D49AC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Pár slov na začátek…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9A71E67-265D-BECF-C71A-59BCEDDD9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Přesun aktivit do digitálního prostředí.</a:t>
            </a:r>
          </a:p>
          <a:p>
            <a:r>
              <a:rPr lang="cs-CZ" dirty="0"/>
              <a:t>Zhoršení soukromí.</a:t>
            </a:r>
          </a:p>
          <a:p>
            <a:r>
              <a:rPr lang="cs-CZ" dirty="0"/>
              <a:t>Bezpečnost navazuje na soukromí.</a:t>
            </a:r>
          </a:p>
          <a:p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097134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C46D261-CDBE-D823-9E8E-D14995113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Osnova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2ED0D15-981A-8F87-D76B-77DB6E37D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Část 1 – rady.</a:t>
            </a:r>
          </a:p>
          <a:p>
            <a:pPr lvl="1"/>
            <a:r>
              <a:rPr lang="cs-CZ" dirty="0"/>
              <a:t>Pro amatéry.</a:t>
            </a:r>
          </a:p>
          <a:p>
            <a:pPr lvl="1"/>
            <a:r>
              <a:rPr lang="cs-CZ" dirty="0"/>
              <a:t>Pro extremisty.</a:t>
            </a:r>
          </a:p>
          <a:p>
            <a:pPr lvl="1"/>
            <a:endParaRPr lang="cs-CZ" dirty="0"/>
          </a:p>
          <a:p>
            <a:r>
              <a:rPr lang="cs-CZ" dirty="0"/>
              <a:t>Část 2 – praktická část.</a:t>
            </a:r>
          </a:p>
          <a:p>
            <a:endParaRPr lang="cs-CZ" dirty="0"/>
          </a:p>
          <a:p>
            <a:r>
              <a:rPr lang="cs-CZ" dirty="0"/>
              <a:t>Část 3 </a:t>
            </a:r>
            <a:r>
              <a:rPr lang="cs-CZ"/>
              <a:t>– diskuze?</a:t>
            </a:r>
            <a:endParaRPr lang="cs-CZ" dirty="0"/>
          </a:p>
          <a:p>
            <a:endParaRPr lang="cs-CZ" dirty="0"/>
          </a:p>
          <a:p>
            <a:pPr lvl="1"/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970062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F432B38-53CE-B5BA-92B0-1675F3228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Rady pro amatéry.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F6C2762-B41E-696F-C99E-D0263E2745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Neklikat na zavádějící odkazy.</a:t>
            </a:r>
          </a:p>
          <a:p>
            <a:r>
              <a:rPr lang="cs-CZ" dirty="0"/>
              <a:t>Nestahovat soubory z pochybných stránek.</a:t>
            </a:r>
          </a:p>
          <a:p>
            <a:r>
              <a:rPr lang="cs-CZ" dirty="0"/>
              <a:t>Nevyplňovat osobní údaje na neoficiálních stránkách.</a:t>
            </a:r>
          </a:p>
        </p:txBody>
      </p:sp>
    </p:spTree>
    <p:extLst>
      <p:ext uri="{BB962C8B-B14F-4D97-AF65-F5344CB8AC3E}">
        <p14:creationId xmlns:p14="http://schemas.microsoft.com/office/powerpoint/2010/main" val="1907200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4AA7EF0-AB18-E00B-AED8-4AAFC6556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Rada pro extremisty.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2A4289A-799A-AB49-A54E-44DDBCAB3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Nepoužívejte internet, používejte poštovního holuba, plaťte hotově nebo zlatem, žijte v jeskyni…</a:t>
            </a:r>
          </a:p>
        </p:txBody>
      </p:sp>
    </p:spTree>
    <p:extLst>
      <p:ext uri="{BB962C8B-B14F-4D97-AF65-F5344CB8AC3E}">
        <p14:creationId xmlns:p14="http://schemas.microsoft.com/office/powerpoint/2010/main" val="902449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B9A16-17FD-007E-405B-DA9CF8E89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F68AA4A-361E-89AF-DC5F-57015125EA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b="1" dirty="0"/>
              <a:t>Praktické rady</a:t>
            </a:r>
          </a:p>
        </p:txBody>
      </p:sp>
    </p:spTree>
    <p:extLst>
      <p:ext uri="{BB962C8B-B14F-4D97-AF65-F5344CB8AC3E}">
        <p14:creationId xmlns:p14="http://schemas.microsoft.com/office/powerpoint/2010/main" val="15230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6AF66C7-5E0C-A5FC-9F40-000E7F83A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Operační systémy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1F43AE2-7E7C-2612-164D-CA77D6C54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cs-CZ" dirty="0"/>
              <a:t>Windows</a:t>
            </a:r>
          </a:p>
          <a:p>
            <a:pPr lvl="1"/>
            <a:r>
              <a:rPr lang="cs-CZ" dirty="0"/>
              <a:t>Není open-source.</a:t>
            </a:r>
          </a:p>
          <a:p>
            <a:pPr lvl="1"/>
            <a:r>
              <a:rPr lang="cs-CZ" dirty="0"/>
              <a:t>Shromažďuje data.</a:t>
            </a:r>
          </a:p>
          <a:p>
            <a:pPr lvl="1"/>
            <a:endParaRPr lang="cs-CZ" dirty="0"/>
          </a:p>
          <a:p>
            <a:r>
              <a:rPr lang="cs-CZ" dirty="0"/>
              <a:t>Linux</a:t>
            </a:r>
          </a:p>
          <a:p>
            <a:pPr lvl="1"/>
            <a:r>
              <a:rPr lang="cs-CZ" dirty="0"/>
              <a:t>Většina distribucí jsou open-source.</a:t>
            </a:r>
          </a:p>
          <a:p>
            <a:pPr lvl="1"/>
            <a:r>
              <a:rPr lang="cs-CZ" dirty="0"/>
              <a:t>Není uživatelsky přívětivý.</a:t>
            </a:r>
          </a:p>
          <a:p>
            <a:pPr lvl="1"/>
            <a:r>
              <a:rPr lang="cs-CZ" dirty="0" err="1"/>
              <a:t>Ubuntu</a:t>
            </a:r>
            <a:r>
              <a:rPr lang="cs-CZ" dirty="0"/>
              <a:t>, </a:t>
            </a:r>
            <a:r>
              <a:rPr lang="cs-CZ" dirty="0" err="1"/>
              <a:t>KaliLinux</a:t>
            </a:r>
            <a:r>
              <a:rPr lang="cs-CZ" dirty="0"/>
              <a:t>…</a:t>
            </a:r>
          </a:p>
          <a:p>
            <a:pPr lvl="1"/>
            <a:endParaRPr lang="cs-CZ" dirty="0"/>
          </a:p>
          <a:p>
            <a:r>
              <a:rPr lang="cs-CZ" dirty="0" err="1"/>
              <a:t>Tails</a:t>
            </a:r>
            <a:endParaRPr lang="cs-CZ" dirty="0"/>
          </a:p>
          <a:p>
            <a:pPr lvl="1"/>
            <a:r>
              <a:rPr lang="cs-CZ" dirty="0"/>
              <a:t>Linux , internet </a:t>
            </a:r>
            <a:r>
              <a:rPr lang="cs-CZ" dirty="0" err="1"/>
              <a:t>traffic</a:t>
            </a:r>
            <a:r>
              <a:rPr lang="cs-CZ" dirty="0"/>
              <a:t> přes TOR.</a:t>
            </a:r>
          </a:p>
          <a:p>
            <a:pPr marL="457200" lvl="1" indent="0">
              <a:buNone/>
            </a:pPr>
            <a:endParaRPr lang="cs-CZ" dirty="0"/>
          </a:p>
          <a:p>
            <a:r>
              <a:rPr lang="cs-CZ" dirty="0" err="1"/>
              <a:t>Qube</a:t>
            </a:r>
            <a:endParaRPr lang="cs-CZ" dirty="0"/>
          </a:p>
          <a:p>
            <a:pPr lvl="1"/>
            <a:r>
              <a:rPr lang="cs-CZ" dirty="0"/>
              <a:t>Aplikace jsou od sebe izolovány. Virtualizací.</a:t>
            </a:r>
          </a:p>
        </p:txBody>
      </p:sp>
    </p:spTree>
    <p:extLst>
      <p:ext uri="{BB962C8B-B14F-4D97-AF65-F5344CB8AC3E}">
        <p14:creationId xmlns:p14="http://schemas.microsoft.com/office/powerpoint/2010/main" val="4106701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DD495B4-4FD1-DA23-E982-437FE2D75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Virtuální stroje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9F043CE-2765-CBCE-1C58-EBEA0FCFD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cs-CZ" dirty="0"/>
              <a:t>Více zařízení na jednom hostitelském zařízení.</a:t>
            </a:r>
          </a:p>
          <a:p>
            <a:r>
              <a:rPr lang="cs-CZ" dirty="0"/>
              <a:t>Zvýšení bezpečí.</a:t>
            </a:r>
          </a:p>
          <a:p>
            <a:r>
              <a:rPr lang="cs-CZ" dirty="0"/>
              <a:t>Podpora procesoru a zapnutí v </a:t>
            </a:r>
            <a:r>
              <a:rPr lang="cs-CZ" dirty="0" err="1"/>
              <a:t>BIOSu</a:t>
            </a:r>
            <a:r>
              <a:rPr lang="cs-CZ" dirty="0"/>
              <a:t>.</a:t>
            </a:r>
          </a:p>
          <a:p>
            <a:endParaRPr lang="cs-CZ" dirty="0"/>
          </a:p>
          <a:p>
            <a:r>
              <a:rPr lang="cs-CZ" dirty="0" err="1"/>
              <a:t>VirtualBox</a:t>
            </a:r>
            <a:endParaRPr lang="cs-CZ" dirty="0"/>
          </a:p>
          <a:p>
            <a:pPr lvl="1"/>
            <a:r>
              <a:rPr lang="cs-CZ" dirty="0"/>
              <a:t>Open-source.</a:t>
            </a:r>
          </a:p>
          <a:p>
            <a:pPr lvl="1"/>
            <a:r>
              <a:rPr lang="cs-CZ" dirty="0"/>
              <a:t>Zdarma.</a:t>
            </a:r>
          </a:p>
          <a:p>
            <a:pPr lvl="1"/>
            <a:r>
              <a:rPr lang="cs-CZ" dirty="0"/>
              <a:t>Vyvíjený </a:t>
            </a:r>
            <a:r>
              <a:rPr lang="cs-CZ" dirty="0" err="1"/>
              <a:t>Oraclem</a:t>
            </a:r>
            <a:r>
              <a:rPr lang="cs-CZ" dirty="0"/>
              <a:t>.</a:t>
            </a:r>
          </a:p>
          <a:p>
            <a:pPr lvl="1"/>
            <a:endParaRPr lang="cs-CZ" dirty="0"/>
          </a:p>
          <a:p>
            <a:r>
              <a:rPr lang="cs-CZ" dirty="0" err="1"/>
              <a:t>Vmware</a:t>
            </a:r>
            <a:endParaRPr lang="cs-CZ" dirty="0"/>
          </a:p>
          <a:p>
            <a:pPr lvl="1"/>
            <a:r>
              <a:rPr lang="cs-CZ" dirty="0"/>
              <a:t>Oblíbený.</a:t>
            </a:r>
          </a:p>
          <a:p>
            <a:pPr lvl="1"/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66572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3BAD47-0A73-7F0E-9010-89E815C0C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Virtuální stroje</a:t>
            </a:r>
            <a:endParaRPr lang="cs-CZ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23CF8761-5615-BC04-F75F-4E2581639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830" y="1690688"/>
            <a:ext cx="5712339" cy="427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4933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02B8A81-E4D3-68B9-7A6E-924FEA4CF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VPN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FF9714E-6EAF-7252-B856-0A1CE1138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cs-CZ" dirty="0"/>
              <a:t>VPN servery poskytovatele.</a:t>
            </a:r>
          </a:p>
          <a:p>
            <a:r>
              <a:rPr lang="cs-CZ" dirty="0"/>
              <a:t>Data jsou šifrovaná.</a:t>
            </a:r>
          </a:p>
          <a:p>
            <a:r>
              <a:rPr lang="cs-CZ" dirty="0"/>
              <a:t>Co poskytovatel?</a:t>
            </a:r>
          </a:p>
          <a:p>
            <a:pPr marL="0" indent="0">
              <a:buNone/>
            </a:pPr>
            <a:endParaRPr lang="cs-CZ" dirty="0"/>
          </a:p>
          <a:p>
            <a:r>
              <a:rPr lang="cs-CZ" dirty="0"/>
              <a:t>Různé protokoly:</a:t>
            </a:r>
          </a:p>
          <a:p>
            <a:pPr lvl="1"/>
            <a:r>
              <a:rPr lang="cs-CZ" dirty="0" err="1"/>
              <a:t>Wireguard</a:t>
            </a:r>
            <a:r>
              <a:rPr lang="cs-CZ" dirty="0"/>
              <a:t>.</a:t>
            </a:r>
          </a:p>
          <a:p>
            <a:pPr lvl="1"/>
            <a:r>
              <a:rPr lang="cs-CZ" dirty="0" err="1"/>
              <a:t>OpenVPN</a:t>
            </a:r>
            <a:endParaRPr lang="cs-CZ" dirty="0"/>
          </a:p>
          <a:p>
            <a:pPr lvl="1"/>
            <a:r>
              <a:rPr lang="cs-CZ" dirty="0"/>
              <a:t>…</a:t>
            </a:r>
          </a:p>
          <a:p>
            <a:endParaRPr lang="cs-CZ" dirty="0"/>
          </a:p>
          <a:p>
            <a:r>
              <a:rPr lang="cs-CZ" dirty="0" err="1"/>
              <a:t>NordVPN</a:t>
            </a:r>
            <a:r>
              <a:rPr lang="cs-CZ" dirty="0"/>
              <a:t>, </a:t>
            </a:r>
            <a:r>
              <a:rPr lang="cs-CZ" dirty="0" err="1"/>
              <a:t>Wireshark</a:t>
            </a:r>
            <a:r>
              <a:rPr lang="cs-CZ" dirty="0"/>
              <a:t>, </a:t>
            </a:r>
            <a:r>
              <a:rPr lang="cs-CZ" dirty="0" err="1"/>
              <a:t>ProtonVPN</a:t>
            </a:r>
            <a:r>
              <a:rPr lang="cs-CZ" dirty="0"/>
              <a:t>.</a:t>
            </a:r>
          </a:p>
          <a:p>
            <a:endParaRPr lang="cs-CZ" dirty="0"/>
          </a:p>
          <a:p>
            <a:r>
              <a:rPr lang="cs-CZ" dirty="0"/>
              <a:t>Man-in-</a:t>
            </a:r>
            <a:r>
              <a:rPr lang="cs-CZ" dirty="0" err="1"/>
              <a:t>the</a:t>
            </a:r>
            <a:r>
              <a:rPr lang="cs-CZ" dirty="0"/>
              <a:t>-</a:t>
            </a:r>
            <a:r>
              <a:rPr lang="cs-CZ" dirty="0" err="1"/>
              <a:t>middle</a:t>
            </a:r>
            <a:r>
              <a:rPr lang="cs-CZ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42725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6A0114A-B487-D7ED-B90A-1CDD2A134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VPN - </a:t>
            </a:r>
            <a:r>
              <a:rPr lang="cs-CZ" b="1" dirty="0" err="1"/>
              <a:t>ProtonVPN</a:t>
            </a:r>
            <a:endParaRPr lang="cs-CZ" b="1" dirty="0"/>
          </a:p>
        </p:txBody>
      </p:sp>
      <p:pic>
        <p:nvPicPr>
          <p:cNvPr id="5" name="Obrázek 4" descr="Obsah obrázku snímek obrazovky, text, mapa, Digitální kompozice&#10;&#10;Popis byl vytvořen automaticky">
            <a:extLst>
              <a:ext uri="{FF2B5EF4-FFF2-40B4-BE49-F238E27FC236}">
                <a16:creationId xmlns:a16="http://schemas.microsoft.com/office/drawing/2014/main" id="{D26B7F87-FB1E-F3F6-3CA4-58B1A5C9EC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868" y="1472081"/>
            <a:ext cx="9104263" cy="4926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934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15148A1-39A1-EC41-FA18-C9B8E749A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VPN – Man-in-</a:t>
            </a:r>
            <a:r>
              <a:rPr lang="cs-CZ" b="1" dirty="0" err="1"/>
              <a:t>the</a:t>
            </a:r>
            <a:r>
              <a:rPr lang="cs-CZ" b="1" dirty="0"/>
              <a:t>-</a:t>
            </a:r>
            <a:r>
              <a:rPr lang="cs-CZ" b="1" dirty="0" err="1"/>
              <a:t>middle</a:t>
            </a:r>
            <a:endParaRPr lang="cs-CZ" b="1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DB5A89B2-5A11-5252-31C8-23C2428F2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1732" y="1690688"/>
            <a:ext cx="7068536" cy="1933845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BAC70E12-F1BD-4602-DD37-EF104C6F8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6757" y="4133705"/>
            <a:ext cx="8678486" cy="20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997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1F0AABE-B5F4-6910-65DE-698ED1783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Prohlížeč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355248D-0ECD-6538-2D0D-C1BB8CF10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cs-CZ" dirty="0"/>
              <a:t>Google Chrome, Firefox, Brave…</a:t>
            </a:r>
          </a:p>
          <a:p>
            <a:pPr lvl="1"/>
            <a:r>
              <a:rPr lang="cs-CZ" dirty="0"/>
              <a:t>Sběr dat.</a:t>
            </a:r>
          </a:p>
          <a:p>
            <a:pPr lvl="1"/>
            <a:r>
              <a:rPr lang="cs-CZ" dirty="0"/>
              <a:t>Open-source.</a:t>
            </a:r>
          </a:p>
          <a:p>
            <a:endParaRPr lang="cs-CZ" dirty="0"/>
          </a:p>
          <a:p>
            <a:r>
              <a:rPr lang="cs-CZ" dirty="0" err="1"/>
              <a:t>Search</a:t>
            </a:r>
            <a:r>
              <a:rPr lang="cs-CZ" dirty="0"/>
              <a:t> </a:t>
            </a:r>
            <a:r>
              <a:rPr lang="cs-CZ" dirty="0" err="1"/>
              <a:t>enginy</a:t>
            </a:r>
            <a:r>
              <a:rPr lang="cs-CZ" dirty="0"/>
              <a:t>. (Google, </a:t>
            </a:r>
            <a:r>
              <a:rPr lang="cs-CZ" dirty="0" err="1"/>
              <a:t>DuckDuckGo</a:t>
            </a:r>
            <a:r>
              <a:rPr lang="cs-CZ" dirty="0"/>
              <a:t>...)</a:t>
            </a:r>
          </a:p>
          <a:p>
            <a:endParaRPr lang="cs-CZ" dirty="0"/>
          </a:p>
          <a:p>
            <a:r>
              <a:rPr lang="cs-CZ" dirty="0"/>
              <a:t>Fajn experiment:</a:t>
            </a:r>
          </a:p>
          <a:p>
            <a:pPr lvl="1"/>
            <a:r>
              <a:rPr lang="cs-CZ" dirty="0">
                <a:hlinkClick r:id="rId2"/>
              </a:rPr>
              <a:t>https://www.youtube.com/watch?v=zBnDWSvaQ1I</a:t>
            </a:r>
            <a:endParaRPr lang="cs-CZ" dirty="0"/>
          </a:p>
          <a:p>
            <a:endParaRPr lang="cs-CZ" dirty="0"/>
          </a:p>
          <a:p>
            <a:r>
              <a:rPr lang="cs-CZ" dirty="0"/>
              <a:t>Tor?</a:t>
            </a:r>
          </a:p>
        </p:txBody>
      </p:sp>
    </p:spTree>
    <p:extLst>
      <p:ext uri="{BB962C8B-B14F-4D97-AF65-F5344CB8AC3E}">
        <p14:creationId xmlns:p14="http://schemas.microsoft.com/office/powerpoint/2010/main" val="28092473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7D0C32D-484E-0784-65B4-57774186B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TOR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395AD14-9B85-3DD0-7C38-AB3622418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Decentralizovaný, komunitní projekt.</a:t>
            </a:r>
          </a:p>
          <a:p>
            <a:r>
              <a:rPr lang="cs-CZ" dirty="0"/>
              <a:t>Proxy servery uzlů.</a:t>
            </a:r>
          </a:p>
          <a:p>
            <a:r>
              <a:rPr lang="cs-CZ" dirty="0"/>
              <a:t>.</a:t>
            </a:r>
            <a:r>
              <a:rPr lang="cs-CZ" dirty="0" err="1"/>
              <a:t>onion</a:t>
            </a:r>
            <a:r>
              <a:rPr lang="cs-CZ" dirty="0"/>
              <a:t> adresy.</a:t>
            </a:r>
          </a:p>
          <a:p>
            <a:endParaRPr lang="cs-CZ" dirty="0"/>
          </a:p>
          <a:p>
            <a:r>
              <a:rPr lang="cs-CZ" dirty="0" err="1"/>
              <a:t>Onion</a:t>
            </a:r>
            <a:r>
              <a:rPr lang="cs-CZ" dirty="0"/>
              <a:t> </a:t>
            </a:r>
            <a:r>
              <a:rPr lang="cs-CZ" dirty="0" err="1"/>
              <a:t>routing</a:t>
            </a:r>
            <a:r>
              <a:rPr lang="cs-CZ" dirty="0"/>
              <a:t>.</a:t>
            </a:r>
          </a:p>
          <a:p>
            <a:pPr lvl="1"/>
            <a:r>
              <a:rPr lang="cs-CZ" dirty="0"/>
              <a:t>Každý uzel odstraňuje jednu vrstvu šifrování.</a:t>
            </a:r>
          </a:p>
          <a:p>
            <a:pPr lvl="1"/>
            <a:endParaRPr lang="cs-CZ" dirty="0"/>
          </a:p>
          <a:p>
            <a:r>
              <a:rPr lang="cs-CZ" dirty="0" err="1"/>
              <a:t>Darkweb</a:t>
            </a:r>
            <a:r>
              <a:rPr lang="cs-CZ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67697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6F4B172-271B-DDA6-26CB-ABFD19977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TOR</a:t>
            </a:r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D5CB2039-5F68-8964-B090-123D6C227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66" y="1333207"/>
            <a:ext cx="9793067" cy="419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0038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FB3DC1C-2EA4-1656-3F96-FE8473A99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TOR – </a:t>
            </a:r>
            <a:r>
              <a:rPr lang="cs-CZ" b="1" dirty="0" err="1"/>
              <a:t>onion</a:t>
            </a:r>
            <a:r>
              <a:rPr lang="cs-CZ" b="1" dirty="0"/>
              <a:t> </a:t>
            </a:r>
            <a:r>
              <a:rPr lang="cs-CZ" b="1" dirty="0" err="1"/>
              <a:t>routing</a:t>
            </a:r>
            <a:endParaRPr lang="cs-CZ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A97D525B-15A9-170A-84F6-1F83DA4FF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2882" y="1690688"/>
            <a:ext cx="7646236" cy="4627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1200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239DB75-7C8F-C42F-A85A-7A7B42DC6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Komunikace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99155E6-3E2D-4295-20C5-96B502EBB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Maily:</a:t>
            </a:r>
          </a:p>
          <a:p>
            <a:pPr lvl="1"/>
            <a:r>
              <a:rPr lang="cs-CZ" dirty="0"/>
              <a:t>Seznam, Centrum, Pošta, </a:t>
            </a:r>
            <a:r>
              <a:rPr lang="cs-CZ" dirty="0" err="1"/>
              <a:t>ProtonMail</a:t>
            </a:r>
            <a:r>
              <a:rPr lang="cs-CZ" dirty="0"/>
              <a:t>…</a:t>
            </a:r>
          </a:p>
          <a:p>
            <a:pPr lvl="2"/>
            <a:r>
              <a:rPr lang="cs-CZ" dirty="0"/>
              <a:t>Ukládání mailů na centrálním serveru.</a:t>
            </a:r>
          </a:p>
          <a:p>
            <a:pPr lvl="2"/>
            <a:r>
              <a:rPr lang="cs-CZ" dirty="0"/>
              <a:t>Šifrování.</a:t>
            </a:r>
          </a:p>
          <a:p>
            <a:pPr lvl="2"/>
            <a:r>
              <a:rPr lang="cs-CZ" dirty="0"/>
              <a:t>Open-source.</a:t>
            </a:r>
          </a:p>
          <a:p>
            <a:endParaRPr lang="cs-CZ" dirty="0"/>
          </a:p>
          <a:p>
            <a:r>
              <a:rPr lang="cs-CZ" dirty="0"/>
              <a:t>Chatovací aplikace:</a:t>
            </a:r>
          </a:p>
          <a:p>
            <a:pPr lvl="1"/>
            <a:r>
              <a:rPr lang="cs-CZ" dirty="0" err="1"/>
              <a:t>Whatsapp</a:t>
            </a:r>
            <a:r>
              <a:rPr lang="cs-CZ" dirty="0"/>
              <a:t>, Telegram, </a:t>
            </a:r>
            <a:r>
              <a:rPr lang="cs-CZ" dirty="0" err="1"/>
              <a:t>Signal</a:t>
            </a:r>
            <a:r>
              <a:rPr lang="cs-CZ" dirty="0"/>
              <a:t>.</a:t>
            </a:r>
          </a:p>
          <a:p>
            <a:pPr lvl="2"/>
            <a:r>
              <a:rPr lang="cs-CZ" dirty="0"/>
              <a:t>Šifrování.</a:t>
            </a:r>
          </a:p>
          <a:p>
            <a:pPr lvl="2"/>
            <a:r>
              <a:rPr lang="cs-CZ" dirty="0"/>
              <a:t>Open-source.</a:t>
            </a:r>
          </a:p>
          <a:p>
            <a:pPr lvl="2"/>
            <a:r>
              <a:rPr lang="cs-CZ" dirty="0"/>
              <a:t>Přístup k datům jako centrální prvek.</a:t>
            </a:r>
          </a:p>
        </p:txBody>
      </p:sp>
    </p:spTree>
    <p:extLst>
      <p:ext uri="{BB962C8B-B14F-4D97-AF65-F5344CB8AC3E}">
        <p14:creationId xmlns:p14="http://schemas.microsoft.com/office/powerpoint/2010/main" val="37112828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F252322-AE82-C495-4067-92F532F63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Identita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DD164AD-2480-8236-3124-45FA11415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Identity generátory.</a:t>
            </a:r>
          </a:p>
          <a:p>
            <a:pPr marL="0" indent="0">
              <a:buNone/>
            </a:pPr>
            <a:endParaRPr lang="cs-CZ" dirty="0"/>
          </a:p>
          <a:p>
            <a:r>
              <a:rPr lang="cs-CZ" dirty="0">
                <a:hlinkClick r:id="rId2"/>
              </a:rPr>
              <a:t>https://www.fakenamegenerator.com/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0367187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A4E129C-446E-623C-97E6-56DDABBEE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Platby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773840E-EE77-C6FE-B66E-38D1F5B6A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Bitcoin</a:t>
            </a:r>
          </a:p>
          <a:p>
            <a:pPr lvl="1"/>
            <a:r>
              <a:rPr lang="cs-CZ" dirty="0"/>
              <a:t>Bez centrální autority.</a:t>
            </a:r>
          </a:p>
          <a:p>
            <a:pPr lvl="1"/>
            <a:r>
              <a:rPr lang="cs-CZ" dirty="0"/>
              <a:t>Pseudonymní.</a:t>
            </a:r>
          </a:p>
          <a:p>
            <a:pPr lvl="1"/>
            <a:r>
              <a:rPr lang="cs-CZ" dirty="0"/>
              <a:t>Open-source.</a:t>
            </a:r>
          </a:p>
          <a:p>
            <a:pPr marL="457200" lvl="1" indent="0">
              <a:buNone/>
            </a:pPr>
            <a:endParaRPr lang="cs-CZ" dirty="0"/>
          </a:p>
          <a:p>
            <a:r>
              <a:rPr lang="cs-CZ" dirty="0"/>
              <a:t>Platidlo </a:t>
            </a:r>
            <a:r>
              <a:rPr lang="cs-CZ" b="1" dirty="0"/>
              <a:t>x</a:t>
            </a:r>
            <a:r>
              <a:rPr lang="cs-CZ" dirty="0"/>
              <a:t> investiční prostředek.</a:t>
            </a:r>
          </a:p>
          <a:p>
            <a:pPr marL="457200" lvl="1" indent="0">
              <a:buNone/>
            </a:pPr>
            <a:endParaRPr lang="cs-CZ" dirty="0"/>
          </a:p>
          <a:p>
            <a:r>
              <a:rPr lang="cs-CZ" dirty="0" err="1"/>
              <a:t>Altcoiny</a:t>
            </a:r>
            <a:r>
              <a:rPr lang="cs-CZ" dirty="0"/>
              <a:t>? (</a:t>
            </a:r>
            <a:r>
              <a:rPr lang="cs-CZ" b="1" dirty="0">
                <a:solidFill>
                  <a:srgbClr val="FF0000"/>
                </a:solidFill>
              </a:rPr>
              <a:t>NE!</a:t>
            </a:r>
            <a:r>
              <a:rPr lang="cs-CZ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543664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66D33-E554-AE97-E59C-A72D13094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5A96689-FBB8-C0DB-A399-2A8933E05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95524"/>
            <a:ext cx="9144000" cy="866951"/>
          </a:xfrm>
        </p:spPr>
        <p:txBody>
          <a:bodyPr>
            <a:normAutofit fontScale="90000"/>
          </a:bodyPr>
          <a:lstStyle/>
          <a:p>
            <a:r>
              <a:rPr lang="cs-CZ" b="1" dirty="0"/>
              <a:t>Dotazy?</a:t>
            </a:r>
          </a:p>
        </p:txBody>
      </p:sp>
    </p:spTree>
    <p:extLst>
      <p:ext uri="{BB962C8B-B14F-4D97-AF65-F5344CB8AC3E}">
        <p14:creationId xmlns:p14="http://schemas.microsoft.com/office/powerpoint/2010/main" val="15237827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6AC7C-802E-35B2-370F-818137D71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383B82C-263E-7BB3-3F15-DEA00804E1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6324" y="2951313"/>
            <a:ext cx="9759351" cy="955373"/>
          </a:xfrm>
        </p:spPr>
        <p:txBody>
          <a:bodyPr>
            <a:normAutofit/>
          </a:bodyPr>
          <a:lstStyle/>
          <a:p>
            <a:r>
              <a:rPr lang="cs-CZ" b="1" dirty="0"/>
              <a:t>Děkuji za pozornost!</a:t>
            </a:r>
          </a:p>
        </p:txBody>
      </p:sp>
    </p:spTree>
    <p:extLst>
      <p:ext uri="{BB962C8B-B14F-4D97-AF65-F5344CB8AC3E}">
        <p14:creationId xmlns:p14="http://schemas.microsoft.com/office/powerpoint/2010/main" val="28826968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CA52912-E14A-88CD-573B-68F23FB7B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539" y="283131"/>
            <a:ext cx="10515600" cy="1325563"/>
          </a:xfrm>
        </p:spPr>
        <p:txBody>
          <a:bodyPr/>
          <a:lstStyle/>
          <a:p>
            <a:r>
              <a:rPr lang="cs-CZ" b="1" dirty="0"/>
              <a:t>Zdroje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B7A54AF-9D2A-C2A7-77BC-5EA5CB8BD4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539" y="1743631"/>
            <a:ext cx="10515600" cy="4351338"/>
          </a:xfrm>
        </p:spPr>
        <p:txBody>
          <a:bodyPr/>
          <a:lstStyle/>
          <a:p>
            <a:r>
              <a:rPr lang="cs-CZ" dirty="0"/>
              <a:t>OS</a:t>
            </a:r>
          </a:p>
          <a:p>
            <a:pPr lvl="1"/>
            <a:r>
              <a:rPr lang="cs-CZ" dirty="0">
                <a:hlinkClick r:id="rId2"/>
              </a:rPr>
              <a:t>https://www.stationx.net/secure-operating-systems/</a:t>
            </a:r>
            <a:endParaRPr lang="cs-CZ" dirty="0"/>
          </a:p>
          <a:p>
            <a:pPr marL="457200" lvl="1" indent="0">
              <a:buNone/>
            </a:pPr>
            <a:endParaRPr lang="cs-CZ" dirty="0"/>
          </a:p>
          <a:p>
            <a:r>
              <a:rPr lang="cs-CZ" dirty="0"/>
              <a:t>TOR</a:t>
            </a:r>
          </a:p>
          <a:p>
            <a:pPr lvl="1"/>
            <a:r>
              <a:rPr lang="cs-CZ" dirty="0">
                <a:hlinkClick r:id="rId3"/>
              </a:rPr>
              <a:t>https://www.youtube.com/watch?v=3ZgK9keQUY8</a:t>
            </a:r>
            <a:endParaRPr lang="cs-CZ" dirty="0"/>
          </a:p>
          <a:p>
            <a:pPr lvl="1"/>
            <a:r>
              <a:rPr lang="cs-CZ" dirty="0">
                <a:hlinkClick r:id="rId4"/>
              </a:rPr>
              <a:t>https://www.youtube.com/watch?v=hXF1X-UVRzI</a:t>
            </a:r>
            <a:endParaRPr lang="cs-CZ" dirty="0"/>
          </a:p>
          <a:p>
            <a:pPr lvl="1"/>
            <a:endParaRPr lang="cs-CZ" dirty="0"/>
          </a:p>
          <a:p>
            <a:r>
              <a:rPr lang="cs-CZ" dirty="0"/>
              <a:t>Ostatní</a:t>
            </a:r>
          </a:p>
          <a:p>
            <a:pPr lvl="1"/>
            <a:r>
              <a:rPr lang="cs-CZ" dirty="0">
                <a:hlinkClick r:id="rId5"/>
              </a:rPr>
              <a:t>https://chat.openai.com/c/28979fff-592a-4b9b-95f8-7fbe1d15f432</a:t>
            </a: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468213423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394</Words>
  <Application>Microsoft Office PowerPoint</Application>
  <PresentationFormat>Širokoúhlá obrazovka</PresentationFormat>
  <Paragraphs>122</Paragraphs>
  <Slides>22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Motiv Office</vt:lpstr>
      <vt:lpstr>Bezpečnost a soukromí</vt:lpstr>
      <vt:lpstr>Pár slov na začátek…</vt:lpstr>
      <vt:lpstr>Osnova</vt:lpstr>
      <vt:lpstr>Rady pro amatéry.</vt:lpstr>
      <vt:lpstr>Rada pro extremisty.</vt:lpstr>
      <vt:lpstr>Praktické rady</vt:lpstr>
      <vt:lpstr>Operační systémy</vt:lpstr>
      <vt:lpstr>Virtuální stroje</vt:lpstr>
      <vt:lpstr>Virtuální stroje</vt:lpstr>
      <vt:lpstr>VPN</vt:lpstr>
      <vt:lpstr>VPN - ProtonVPN</vt:lpstr>
      <vt:lpstr>VPN – Man-in-the-middle</vt:lpstr>
      <vt:lpstr>Prohlížeč</vt:lpstr>
      <vt:lpstr>TOR</vt:lpstr>
      <vt:lpstr>TOR</vt:lpstr>
      <vt:lpstr>TOR – onion routing</vt:lpstr>
      <vt:lpstr>Komunikace</vt:lpstr>
      <vt:lpstr>Identita</vt:lpstr>
      <vt:lpstr>Platby</vt:lpstr>
      <vt:lpstr>Dotazy?</vt:lpstr>
      <vt:lpstr>Děkuji za pozornost!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