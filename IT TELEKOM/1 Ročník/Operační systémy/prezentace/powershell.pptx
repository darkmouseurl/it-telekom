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76D7F1-A3F6-4576-84ED-2312BBD8F6E6}" v="17" dt="2024-03-25T01:44:12.541"/>
    <p1510:client id="{A8C85EAC-8D50-BC30-34C6-C9B6C34CABC3}" v="9" dt="2024-03-25T01:44:37.2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BUBÍK" userId="S::adam.bubik@teleinformatika.eu::f85913ff-0552-409d-8318-076f0ba57dfd" providerId="AD" clId="Web-{4276D7F1-A3F6-4576-84ED-2312BBD8F6E6}"/>
    <pc:docChg chg="modSld">
      <pc:chgData name="Adam BUBÍK" userId="S::adam.bubik@teleinformatika.eu::f85913ff-0552-409d-8318-076f0ba57dfd" providerId="AD" clId="Web-{4276D7F1-A3F6-4576-84ED-2312BBD8F6E6}" dt="2024-03-25T01:44:12.541" v="14" actId="20577"/>
      <pc:docMkLst>
        <pc:docMk/>
      </pc:docMkLst>
      <pc:sldChg chg="modSp">
        <pc:chgData name="Adam BUBÍK" userId="S::adam.bubik@teleinformatika.eu::f85913ff-0552-409d-8318-076f0ba57dfd" providerId="AD" clId="Web-{4276D7F1-A3F6-4576-84ED-2312BBD8F6E6}" dt="2024-03-25T01:44:12.541" v="14" actId="20577"/>
        <pc:sldMkLst>
          <pc:docMk/>
          <pc:sldMk cId="613651449" sldId="256"/>
        </pc:sldMkLst>
        <pc:spChg chg="mod">
          <ac:chgData name="Adam BUBÍK" userId="S::adam.bubik@teleinformatika.eu::f85913ff-0552-409d-8318-076f0ba57dfd" providerId="AD" clId="Web-{4276D7F1-A3F6-4576-84ED-2312BBD8F6E6}" dt="2024-03-25T01:44:12.541" v="14" actId="20577"/>
          <ac:spMkLst>
            <pc:docMk/>
            <pc:sldMk cId="613651449" sldId="256"/>
            <ac:spMk id="3" creationId="{465BD745-BED1-9131-B2D0-17A051B67F75}"/>
          </ac:spMkLst>
        </pc:spChg>
      </pc:sldChg>
    </pc:docChg>
  </pc:docChgLst>
  <pc:docChgLst>
    <pc:chgData name="Adam BUBÍK" userId="S::adam.bubik@teleinformatika.eu::f85913ff-0552-409d-8318-076f0ba57dfd" providerId="AD" clId="Web-{A8C85EAC-8D50-BC30-34C6-C9B6C34CABC3}"/>
    <pc:docChg chg="modSld">
      <pc:chgData name="Adam BUBÍK" userId="S::adam.bubik@teleinformatika.eu::f85913ff-0552-409d-8318-076f0ba57dfd" providerId="AD" clId="Web-{A8C85EAC-8D50-BC30-34C6-C9B6C34CABC3}" dt="2024-03-25T01:44:37.284" v="8" actId="20577"/>
      <pc:docMkLst>
        <pc:docMk/>
      </pc:docMkLst>
      <pc:sldChg chg="modSp">
        <pc:chgData name="Adam BUBÍK" userId="S::adam.bubik@teleinformatika.eu::f85913ff-0552-409d-8318-076f0ba57dfd" providerId="AD" clId="Web-{A8C85EAC-8D50-BC30-34C6-C9B6C34CABC3}" dt="2024-03-25T01:44:37.284" v="8" actId="20577"/>
        <pc:sldMkLst>
          <pc:docMk/>
          <pc:sldMk cId="613651449" sldId="256"/>
        </pc:sldMkLst>
        <pc:spChg chg="mod">
          <ac:chgData name="Adam BUBÍK" userId="S::adam.bubik@teleinformatika.eu::f85913ff-0552-409d-8318-076f0ba57dfd" providerId="AD" clId="Web-{A8C85EAC-8D50-BC30-34C6-C9B6C34CABC3}" dt="2024-03-25T01:44:37.284" v="8" actId="20577"/>
          <ac:spMkLst>
            <pc:docMk/>
            <pc:sldMk cId="613651449" sldId="256"/>
            <ac:spMk id="3" creationId="{465BD745-BED1-9131-B2D0-17A051B67F7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0B38-1150-4C8E-8B2B-8C54B714EBB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DAF5-7F10-4EAF-A39F-DCCEBB887F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3561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0B38-1150-4C8E-8B2B-8C54B714EBB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DAF5-7F10-4EAF-A39F-DCCEBB887F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9987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0B38-1150-4C8E-8B2B-8C54B714EBB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DAF5-7F10-4EAF-A39F-DCCEBB887F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3567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0B38-1150-4C8E-8B2B-8C54B714EBB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DAF5-7F10-4EAF-A39F-DCCEBB887F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2817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0B38-1150-4C8E-8B2B-8C54B714EBB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DAF5-7F10-4EAF-A39F-DCCEBB887F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02486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0B38-1150-4C8E-8B2B-8C54B714EBB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DAF5-7F10-4EAF-A39F-DCCEBB887F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65489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0B38-1150-4C8E-8B2B-8C54B714EBB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DAF5-7F10-4EAF-A39F-DCCEBB887F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1348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0B38-1150-4C8E-8B2B-8C54B714EBB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DAF5-7F10-4EAF-A39F-DCCEBB887F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75311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0B38-1150-4C8E-8B2B-8C54B714EBB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DAF5-7F10-4EAF-A39F-DCCEBB887F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24010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0B38-1150-4C8E-8B2B-8C54B714EBB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DAF5-7F10-4EAF-A39F-DCCEBB887F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81967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0B38-1150-4C8E-8B2B-8C54B714EBB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DAF5-7F10-4EAF-A39F-DCCEBB887F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43143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0B38-1150-4C8E-8B2B-8C54B714EBB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DAF5-7F10-4EAF-A39F-DCCEBB887FC7}" type="slidenum">
              <a:rPr lang="cs-CZ" smtClean="0"/>
              <a:t>‹#›</a:t>
            </a:fld>
            <a:endParaRPr lang="cs-CZ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2467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0B38-1150-4C8E-8B2B-8C54B714EBB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DAF5-7F10-4EAF-A39F-DCCEBB887F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695947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0B38-1150-4C8E-8B2B-8C54B714EBB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DAF5-7F10-4EAF-A39F-DCCEBB887F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720865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0B38-1150-4C8E-8B2B-8C54B714EBB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DAF5-7F10-4EAF-A39F-DCCEBB887F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60288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0B38-1150-4C8E-8B2B-8C54B714EBB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DAF5-7F10-4EAF-A39F-DCCEBB887F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17124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0B38-1150-4C8E-8B2B-8C54B714EBB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3DAF5-7F10-4EAF-A39F-DCCEBB887F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16016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A380B38-1150-4C8E-8B2B-8C54B714EBBE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0F3DAF5-7F10-4EAF-A39F-DCCEBB887F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755815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388947E-B490-4670-6779-110C23F416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POWERSHELL</a:t>
            </a:r>
          </a:p>
        </p:txBody>
      </p:sp>
    </p:spTree>
    <p:extLst>
      <p:ext uri="{BB962C8B-B14F-4D97-AF65-F5344CB8AC3E}">
        <p14:creationId xmlns:p14="http://schemas.microsoft.com/office/powerpoint/2010/main" val="613651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09891D-1BDE-ED3B-C76C-0B4AD979D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je </a:t>
            </a:r>
            <a:r>
              <a:rPr lang="cs-CZ" dirty="0" err="1"/>
              <a:t>PowerShell</a:t>
            </a:r>
            <a:r>
              <a:rPr lang="cs-CZ" dirty="0"/>
              <a:t>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3955B8-6EF0-51B7-5F68-087B0BB54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dirty="0" err="1"/>
              <a:t>PowerShell</a:t>
            </a:r>
            <a:r>
              <a:rPr lang="cs-CZ" sz="3200" dirty="0"/>
              <a:t> je rámec pro automatizaci úkolů a správu konfigurací od společnosti Microsoft, který se skládá z příkazového řádku a příslušného skriptovacího jazyka.</a:t>
            </a:r>
          </a:p>
        </p:txBody>
      </p:sp>
    </p:spTree>
    <p:extLst>
      <p:ext uri="{BB962C8B-B14F-4D97-AF65-F5344CB8AC3E}">
        <p14:creationId xmlns:p14="http://schemas.microsoft.com/office/powerpoint/2010/main" val="3922367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3307ED-3608-1773-7455-D274B99EF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Klíčové funkce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CC71300-AF77-5720-EB58-E04E8F555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/>
            <a:r>
              <a:rPr lang="cs-CZ" dirty="0"/>
              <a:t>Objektově orientovaný skriptovací jazyk</a:t>
            </a:r>
          </a:p>
          <a:p>
            <a:pPr rtl="0"/>
            <a:r>
              <a:rPr lang="cs-CZ" dirty="0"/>
              <a:t>Integrace s .NET frameworkem</a:t>
            </a:r>
          </a:p>
          <a:p>
            <a:pPr rtl="0"/>
            <a:r>
              <a:rPr lang="cs-CZ" dirty="0"/>
              <a:t>Automatizace opakujících se úkolů</a:t>
            </a:r>
          </a:p>
          <a:p>
            <a:pPr rtl="0"/>
            <a:r>
              <a:rPr lang="cs-CZ" dirty="0"/>
              <a:t>Možnosti vzdálené správy</a:t>
            </a:r>
          </a:p>
          <a:p>
            <a:pPr rtl="0"/>
            <a:r>
              <a:rPr lang="cs-CZ" dirty="0"/>
              <a:t>Rozsáhlá knihovna </a:t>
            </a:r>
            <a:r>
              <a:rPr lang="cs-CZ" dirty="0" err="1"/>
              <a:t>cmdlet</a:t>
            </a:r>
            <a:r>
              <a:rPr lang="cs-CZ" dirty="0"/>
              <a:t> pro různé úkoly</a:t>
            </a:r>
          </a:p>
          <a:p>
            <a:endParaRPr lang="cs-CZ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EE547AA-F1D7-79B8-6D74-C36976E95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53" y="2023078"/>
            <a:ext cx="3477491" cy="3477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1935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E69A193-1A61-2661-AD05-F22DF29E9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Syntax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7BDDD31-FD85-37ED-E2A7-5ED0D4CC3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/>
            <a:r>
              <a:rPr lang="cs-CZ" dirty="0"/>
              <a:t>Syntax </a:t>
            </a:r>
            <a:r>
              <a:rPr lang="cs-CZ" dirty="0" err="1"/>
              <a:t>PowerShellu</a:t>
            </a:r>
            <a:r>
              <a:rPr lang="cs-CZ" dirty="0"/>
              <a:t> je založena na dvojicích sloves a podstatných jmen, což poskytuje jasnou a konzistentní strukturu. </a:t>
            </a:r>
          </a:p>
          <a:p>
            <a:pPr rtl="0"/>
            <a:r>
              <a:rPr lang="cs-CZ" dirty="0"/>
              <a:t>Příklad: `</a:t>
            </a:r>
            <a:r>
              <a:rPr lang="cs-CZ" dirty="0" err="1"/>
              <a:t>Get-Process</a:t>
            </a:r>
            <a:r>
              <a:rPr lang="cs-CZ" dirty="0"/>
              <a:t>`, `Start-</a:t>
            </a:r>
            <a:r>
              <a:rPr lang="cs-CZ" dirty="0" err="1"/>
              <a:t>Service</a:t>
            </a:r>
            <a:r>
              <a:rPr lang="cs-CZ" dirty="0"/>
              <a:t>`.</a:t>
            </a:r>
          </a:p>
          <a:p>
            <a:pPr marL="36900" indent="0" rtl="0">
              <a:buNone/>
            </a:pP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17859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2E1D2D-7969-534C-B428-61EDF9B6F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Cmdlety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23004F4-91EB-443F-2273-A0EECE5FB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 err="1"/>
              <a:t>Cmdlety</a:t>
            </a:r>
            <a:r>
              <a:rPr lang="cs-CZ" sz="2800" dirty="0"/>
              <a:t> jsou lehké příkazy používané v </a:t>
            </a:r>
            <a:r>
              <a:rPr lang="cs-CZ" sz="2800" dirty="0" err="1"/>
              <a:t>PowerShellu</a:t>
            </a:r>
            <a:r>
              <a:rPr lang="cs-CZ" sz="2800" dirty="0"/>
              <a:t>. Provádějí konkrétní funkce a jsou navrženy tak, aby byly snadno použitelné a zapamatovatelné.</a:t>
            </a:r>
          </a:p>
        </p:txBody>
      </p:sp>
    </p:spTree>
    <p:extLst>
      <p:ext uri="{BB962C8B-B14F-4D97-AF65-F5344CB8AC3E}">
        <p14:creationId xmlns:p14="http://schemas.microsoft.com/office/powerpoint/2010/main" val="1229363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E09DE8-3C85-A391-4624-9BF01C644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Proměnné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8A5C5B5-C357-8D4A-F704-C6245216E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PowerShell</a:t>
            </a:r>
            <a:r>
              <a:rPr lang="cs-CZ" dirty="0"/>
              <a:t> podporuje proměnné pro ukládání a manipulaci s daty. Proměnné začínají znakem dolaru ($)</a:t>
            </a:r>
          </a:p>
          <a:p>
            <a:r>
              <a:rPr lang="cs-CZ" dirty="0"/>
              <a:t>Například `$</a:t>
            </a:r>
            <a:r>
              <a:rPr lang="cs-CZ" dirty="0" err="1"/>
              <a:t>mojePromenna</a:t>
            </a:r>
            <a:r>
              <a:rPr lang="cs-CZ" dirty="0"/>
              <a:t> = "Ahoj světe!"`</a:t>
            </a:r>
          </a:p>
        </p:txBody>
      </p:sp>
      <p:pic>
        <p:nvPicPr>
          <p:cNvPr id="5" name="Obrázek 4" descr="Obsah obrázku ozubené kolo, kovové předměty, kruh, kolo&#10;&#10;Popis byl vytvořen automaticky">
            <a:extLst>
              <a:ext uri="{FF2B5EF4-FFF2-40B4-BE49-F238E27FC236}">
                <a16:creationId xmlns:a16="http://schemas.microsoft.com/office/drawing/2014/main" id="{EAA97D89-3207-9B72-FD77-DB892366F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373" y="3252415"/>
            <a:ext cx="3310481" cy="299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012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C45911-933C-70B1-88C1-5C76F039E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Přesměrování dat (</a:t>
            </a:r>
            <a:r>
              <a:rPr lang="cs-CZ" dirty="0" err="1"/>
              <a:t>Pipelining</a:t>
            </a:r>
            <a:r>
              <a:rPr lang="cs-CZ" dirty="0"/>
              <a:t>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9ADE78C-8ED1-661D-C52A-ED929C23C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PowerShell</a:t>
            </a:r>
            <a:r>
              <a:rPr lang="cs-CZ" dirty="0"/>
              <a:t> podporuje přesměrování dat, což umožňuje výstup jednoho příkazu předat jako vstup dalšímu příkazu, což umožňuje efektivní zpracování dat.</a:t>
            </a:r>
          </a:p>
        </p:txBody>
      </p:sp>
    </p:spTree>
    <p:extLst>
      <p:ext uri="{BB962C8B-B14F-4D97-AF65-F5344CB8AC3E}">
        <p14:creationId xmlns:p14="http://schemas.microsoft.com/office/powerpoint/2010/main" val="3366300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72FAA7-60D6-EF27-2C66-A43EAAFF6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Kontrolní struktury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2F9A3C4-F3B7-2E3A-51E7-82D7F31FC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52600"/>
            <a:ext cx="6274405" cy="4038600"/>
          </a:xfrm>
        </p:spPr>
        <p:txBody>
          <a:bodyPr>
            <a:normAutofit/>
          </a:bodyPr>
          <a:lstStyle/>
          <a:p>
            <a:r>
              <a:rPr lang="cs-CZ" sz="2800" dirty="0" err="1"/>
              <a:t>PowerShell</a:t>
            </a:r>
            <a:r>
              <a:rPr lang="cs-CZ" sz="2800" dirty="0"/>
              <a:t> zahrnuje různé kontrolní struktury, jako jsou smyčky (</a:t>
            </a:r>
            <a:r>
              <a:rPr lang="cs-CZ" sz="2800" dirty="0" err="1"/>
              <a:t>for</a:t>
            </a:r>
            <a:r>
              <a:rPr lang="cs-CZ" sz="2800" dirty="0"/>
              <a:t>, </a:t>
            </a:r>
            <a:r>
              <a:rPr lang="cs-CZ" sz="2800" dirty="0" err="1"/>
              <a:t>foreach</a:t>
            </a:r>
            <a:r>
              <a:rPr lang="cs-CZ" sz="2800" dirty="0"/>
              <a:t>, </a:t>
            </a:r>
            <a:r>
              <a:rPr lang="cs-CZ" sz="2800" dirty="0" err="1"/>
              <a:t>while</a:t>
            </a:r>
            <a:r>
              <a:rPr lang="cs-CZ" sz="2800" dirty="0"/>
              <a:t>), podmíněné příkazy (</a:t>
            </a:r>
            <a:r>
              <a:rPr lang="cs-CZ" sz="2800" dirty="0" err="1"/>
              <a:t>if</a:t>
            </a:r>
            <a:r>
              <a:rPr lang="cs-CZ" sz="2800" dirty="0"/>
              <a:t>, </a:t>
            </a:r>
            <a:r>
              <a:rPr lang="cs-CZ" sz="2800" dirty="0" err="1"/>
              <a:t>else</a:t>
            </a:r>
            <a:r>
              <a:rPr lang="cs-CZ" sz="2800" dirty="0"/>
              <a:t>) a příkazy switch pro řízení toku programu.</a:t>
            </a:r>
          </a:p>
        </p:txBody>
      </p:sp>
    </p:spTree>
    <p:extLst>
      <p:ext uri="{BB962C8B-B14F-4D97-AF65-F5344CB8AC3E}">
        <p14:creationId xmlns:p14="http://schemas.microsoft.com/office/powerpoint/2010/main" val="4230864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35CE1D-1B72-66F0-F655-4E19BD21D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Funkce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B206B4C-C999-6016-7DD7-6017E52EE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 err="1"/>
              <a:t>PowerShell</a:t>
            </a:r>
            <a:r>
              <a:rPr lang="cs-CZ" sz="2800" dirty="0"/>
              <a:t> umožňuje uživatelům definovat vlastní funkce, které zapouzdřují kód pro opakované použití a modularitu.</a:t>
            </a:r>
          </a:p>
        </p:txBody>
      </p:sp>
    </p:spTree>
    <p:extLst>
      <p:ext uri="{BB962C8B-B14F-4D97-AF65-F5344CB8AC3E}">
        <p14:creationId xmlns:p14="http://schemas.microsoft.com/office/powerpoint/2010/main" val="2380176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6FBEFD-FCC0-161B-6C96-C1A6CD08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Skriptování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C39DAC4-9A47-789E-D4DD-66716A45C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 err="1"/>
              <a:t>PowerShell</a:t>
            </a:r>
            <a:r>
              <a:rPr lang="cs-CZ" sz="2800" dirty="0"/>
              <a:t> je vhodný pro skriptování úkolů od jednoduché automatizace po složité úlohy správy systému.</a:t>
            </a:r>
          </a:p>
        </p:txBody>
      </p:sp>
    </p:spTree>
    <p:extLst>
      <p:ext uri="{BB962C8B-B14F-4D97-AF65-F5344CB8AC3E}">
        <p14:creationId xmlns:p14="http://schemas.microsoft.com/office/powerpoint/2010/main" val="3849832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79E4BC-5442-036E-F03D-FBDAA5741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PowerShell</a:t>
            </a:r>
            <a:r>
              <a:rPr lang="cs-CZ" dirty="0"/>
              <a:t> ISE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27A7089-99CF-48CA-DA81-A8C4E6A96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 err="1"/>
              <a:t>Integrated</a:t>
            </a:r>
            <a:r>
              <a:rPr lang="cs-CZ" sz="2800" dirty="0"/>
              <a:t> </a:t>
            </a:r>
            <a:r>
              <a:rPr lang="cs-CZ" sz="2800" dirty="0" err="1"/>
              <a:t>Scripting</a:t>
            </a:r>
            <a:r>
              <a:rPr lang="cs-CZ" sz="2800" dirty="0"/>
              <a:t> Environment (ISE) pro </a:t>
            </a:r>
            <a:r>
              <a:rPr lang="cs-CZ" sz="2800" dirty="0" err="1"/>
              <a:t>PowerShell</a:t>
            </a:r>
            <a:r>
              <a:rPr lang="cs-CZ" sz="2800" dirty="0"/>
              <a:t> poskytuje interaktivní konzoli pro psaní a testování skriptů s funkcemi jako je zvýrazňování syntaxe a ladění.</a:t>
            </a:r>
          </a:p>
        </p:txBody>
      </p:sp>
    </p:spTree>
    <p:extLst>
      <p:ext uri="{BB962C8B-B14F-4D97-AF65-F5344CB8AC3E}">
        <p14:creationId xmlns:p14="http://schemas.microsoft.com/office/powerpoint/2010/main" val="1959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E20945-F00D-FA49-1062-73EA953B4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Integrace s dalšími technologiemi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B4DCEC1-631E-0671-2E70-22456CAEE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rtl="0"/>
            <a:r>
              <a:rPr lang="cs-CZ" sz="2800" dirty="0" err="1"/>
              <a:t>PowerShell</a:t>
            </a:r>
            <a:r>
              <a:rPr lang="cs-CZ" sz="2800" dirty="0"/>
              <a:t> se snadno integruje s dalšími technologiemi Microsoftu, jako jsou </a:t>
            </a:r>
            <a:r>
              <a:rPr lang="cs-CZ" sz="2800" dirty="0" err="1"/>
              <a:t>Active</a:t>
            </a:r>
            <a:r>
              <a:rPr lang="cs-CZ" sz="2800" dirty="0"/>
              <a:t> </a:t>
            </a:r>
            <a:r>
              <a:rPr lang="cs-CZ" sz="2800" dirty="0" err="1"/>
              <a:t>Directory</a:t>
            </a:r>
            <a:r>
              <a:rPr lang="cs-CZ" sz="2800" dirty="0"/>
              <a:t>, Azure, SQL Server, Exchange Server a další.</a:t>
            </a:r>
          </a:p>
        </p:txBody>
      </p:sp>
    </p:spTree>
    <p:extLst>
      <p:ext uri="{BB962C8B-B14F-4D97-AF65-F5344CB8AC3E}">
        <p14:creationId xmlns:p14="http://schemas.microsoft.com/office/powerpoint/2010/main" val="1391601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C1B991-300A-9250-7513-5D3D13F03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Bezpečnost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DA40A7F-CE0C-6B2F-C6C4-BD5F94F3A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 err="1"/>
              <a:t>PowerShell</a:t>
            </a:r>
            <a:r>
              <a:rPr lang="cs-CZ" sz="2800" dirty="0"/>
              <a:t> zahrnuje bezpečnostní funkce, jako jsou politiky provedení pro řízení spouštění skriptů a podepisování skriptů pro zajištění, že skripty pocházejí z důvěryhodných zdrojů.</a:t>
            </a:r>
          </a:p>
        </p:txBody>
      </p:sp>
    </p:spTree>
    <p:extLst>
      <p:ext uri="{BB962C8B-B14F-4D97-AF65-F5344CB8AC3E}">
        <p14:creationId xmlns:p14="http://schemas.microsoft.com/office/powerpoint/2010/main" val="3371410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60C9A56-0D65-6D9D-5D4D-5E115519E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Komunita a 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3746AB6-631F-DB1B-7448-7FF1CAF4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/>
              <a:t>Komunita </a:t>
            </a:r>
            <a:r>
              <a:rPr lang="cs-CZ" sz="2800" dirty="0" err="1"/>
              <a:t>PowerShellu</a:t>
            </a:r>
            <a:r>
              <a:rPr lang="cs-CZ" sz="2800" dirty="0"/>
              <a:t> je živá, s mnoha fóry, blogy a zdroji dostupnými pro učení a řešení problémů.</a:t>
            </a:r>
          </a:p>
        </p:txBody>
      </p:sp>
    </p:spTree>
    <p:extLst>
      <p:ext uri="{BB962C8B-B14F-4D97-AF65-F5344CB8AC3E}">
        <p14:creationId xmlns:p14="http://schemas.microsoft.com/office/powerpoint/2010/main" val="3037817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538CBA-7C53-94A7-0DB8-E241B26E5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Závěr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7E7193D-8C91-85B8-59CA-CCEBD5CF7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/>
              <a:t>Na závěr, </a:t>
            </a:r>
            <a:r>
              <a:rPr lang="cs-CZ" sz="2800" dirty="0" err="1"/>
              <a:t>PowerShell</a:t>
            </a:r>
            <a:r>
              <a:rPr lang="cs-CZ" sz="2800" dirty="0"/>
              <a:t> je univerzálním a výkonným nástrojem pro automatizaci úkolů, správu systémů a tvorbu skriptů na různých platformách od společnosti Microsoft.</a:t>
            </a:r>
          </a:p>
        </p:txBody>
      </p:sp>
    </p:spTree>
    <p:extLst>
      <p:ext uri="{BB962C8B-B14F-4D97-AF65-F5344CB8AC3E}">
        <p14:creationId xmlns:p14="http://schemas.microsoft.com/office/powerpoint/2010/main" val="1331238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5D67120-85BC-5FC1-F05C-1852FFCFB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2867" y="2878666"/>
            <a:ext cx="7806266" cy="1100667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cs-CZ" sz="5400" dirty="0"/>
              <a:t>Děkuji za vaši pozornost!</a:t>
            </a:r>
          </a:p>
        </p:txBody>
      </p:sp>
    </p:spTree>
    <p:extLst>
      <p:ext uri="{BB962C8B-B14F-4D97-AF65-F5344CB8AC3E}">
        <p14:creationId xmlns:p14="http://schemas.microsoft.com/office/powerpoint/2010/main" val="34078673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řidlice">
  <a:themeElements>
    <a:clrScheme name="Břidlic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Břidlic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řidlic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B5304CC07884E4EB4CB80ADC8D29AFE" ma:contentTypeVersion="16" ma:contentTypeDescription="Vytvoří nový dokument" ma:contentTypeScope="" ma:versionID="1606d6df28c7d6d63af3e017d4dee0b8">
  <xsd:schema xmlns:xsd="http://www.w3.org/2001/XMLSchema" xmlns:xs="http://www.w3.org/2001/XMLSchema" xmlns:p="http://schemas.microsoft.com/office/2006/metadata/properties" xmlns:ns3="f87e30eb-171b-483d-8cf8-0a83c79a11ac" xmlns:ns4="7102979c-b26f-4d91-98cb-63a00b939af4" targetNamespace="http://schemas.microsoft.com/office/2006/metadata/properties" ma:root="true" ma:fieldsID="538935888cbe47483360a3cb7a59115e" ns3:_="" ns4:_="">
    <xsd:import namespace="f87e30eb-171b-483d-8cf8-0a83c79a11ac"/>
    <xsd:import namespace="7102979c-b26f-4d91-98cb-63a00b939a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SearchProperties" minOccurs="0"/>
                <xsd:element ref="ns3:MediaServiceDateTake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7e30eb-171b-483d-8cf8-0a83c79a11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02979c-b26f-4d91-98cb-63a00b939af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7e30eb-171b-483d-8cf8-0a83c79a11a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7916EA-64F8-46A8-9AC1-DB8BCDFB12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7e30eb-171b-483d-8cf8-0a83c79a11ac"/>
    <ds:schemaRef ds:uri="7102979c-b26f-4d91-98cb-63a00b939a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38DDCC4-56A6-4185-91AF-9EEE81EB2A37}">
  <ds:schemaRefs>
    <ds:schemaRef ds:uri="http://schemas.microsoft.com/office/2006/metadata/properties"/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7102979c-b26f-4d91-98cb-63a00b939af4"/>
    <ds:schemaRef ds:uri="f87e30eb-171b-483d-8cf8-0a83c79a11ac"/>
  </ds:schemaRefs>
</ds:datastoreItem>
</file>

<file path=customXml/itemProps3.xml><?xml version="1.0" encoding="utf-8"?>
<ds:datastoreItem xmlns:ds="http://schemas.openxmlformats.org/officeDocument/2006/customXml" ds:itemID="{1B47D77F-A87F-45DE-BCAC-51541A764F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TM04033929[[fn=Břidlice]]</Template>
  <TotalTime>13</TotalTime>
  <Words>356</Words>
  <Application>Microsoft Office PowerPoint</Application>
  <PresentationFormat>Širokoúhlá obrazovka</PresentationFormat>
  <Paragraphs>36</Paragraphs>
  <Slides>16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19" baseType="lpstr">
      <vt:lpstr>Calisto MT</vt:lpstr>
      <vt:lpstr>Wingdings 2</vt:lpstr>
      <vt:lpstr>Břidlice</vt:lpstr>
      <vt:lpstr>POWERSHELL</vt:lpstr>
      <vt:lpstr>Co je PowerShell?</vt:lpstr>
      <vt:lpstr>Klíčové funkce</vt:lpstr>
      <vt:lpstr>Syntax</vt:lpstr>
      <vt:lpstr>Cmdlety</vt:lpstr>
      <vt:lpstr>Proměnné</vt:lpstr>
      <vt:lpstr>Přesměrování dat (Pipelining)</vt:lpstr>
      <vt:lpstr>Kontrolní struktury</vt:lpstr>
      <vt:lpstr>Funkce</vt:lpstr>
      <vt:lpstr>Skriptování</vt:lpstr>
      <vt:lpstr>PowerShell ISE</vt:lpstr>
      <vt:lpstr>Integrace s dalšími technologiemi</vt:lpstr>
      <vt:lpstr>Bezpečnost</vt:lpstr>
      <vt:lpstr>Komunita a zdroje</vt:lpstr>
      <vt:lpstr>Závěr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