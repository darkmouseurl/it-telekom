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58" r:id="rId5"/>
    <p:sldId id="259" r:id="rId6"/>
    <p:sldId id="264" r:id="rId7"/>
    <p:sldId id="263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762" y="-1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ěj GÜRTLER" userId="464aa088-4639-4725-b1c0-8a959b422f70" providerId="ADAL" clId="{7648F550-5FFC-4EFD-B916-C97C0DFC4815}"/>
    <pc:docChg chg="undo custSel addSld delSld modSld">
      <pc:chgData name="Matěj GÜRTLER" userId="464aa088-4639-4725-b1c0-8a959b422f70" providerId="ADAL" clId="{7648F550-5FFC-4EFD-B916-C97C0DFC4815}" dt="2024-02-12T09:22:14.364" v="994" actId="20577"/>
      <pc:docMkLst>
        <pc:docMk/>
      </pc:docMkLst>
      <pc:sldChg chg="modSp mod">
        <pc:chgData name="Matěj GÜRTLER" userId="464aa088-4639-4725-b1c0-8a959b422f70" providerId="ADAL" clId="{7648F550-5FFC-4EFD-B916-C97C0DFC4815}" dt="2024-02-12T08:44:35.647" v="852" actId="20577"/>
        <pc:sldMkLst>
          <pc:docMk/>
          <pc:sldMk cId="2193568393" sldId="256"/>
        </pc:sldMkLst>
        <pc:spChg chg="mod">
          <ac:chgData name="Matěj GÜRTLER" userId="464aa088-4639-4725-b1c0-8a959b422f70" providerId="ADAL" clId="{7648F550-5FFC-4EFD-B916-C97C0DFC4815}" dt="2024-02-12T08:44:35.647" v="852" actId="20577"/>
          <ac:spMkLst>
            <pc:docMk/>
            <pc:sldMk cId="2193568393" sldId="256"/>
            <ac:spMk id="2" creationId="{153B6A21-C646-7773-F33A-AD3D7FD31702}"/>
          </ac:spMkLst>
        </pc:spChg>
      </pc:sldChg>
      <pc:sldChg chg="addSp modSp mod">
        <pc:chgData name="Matěj GÜRTLER" userId="464aa088-4639-4725-b1c0-8a959b422f70" providerId="ADAL" clId="{7648F550-5FFC-4EFD-B916-C97C0DFC4815}" dt="2024-02-12T08:44:25.364" v="851" actId="20577"/>
        <pc:sldMkLst>
          <pc:docMk/>
          <pc:sldMk cId="94804041" sldId="258"/>
        </pc:sldMkLst>
        <pc:spChg chg="mod">
          <ac:chgData name="Matěj GÜRTLER" userId="464aa088-4639-4725-b1c0-8a959b422f70" providerId="ADAL" clId="{7648F550-5FFC-4EFD-B916-C97C0DFC4815}" dt="2024-02-12T08:31:05.292" v="81" actId="20577"/>
          <ac:spMkLst>
            <pc:docMk/>
            <pc:sldMk cId="94804041" sldId="258"/>
            <ac:spMk id="2" creationId="{9ADD01F2-8F7A-DF54-F931-8BEB300EDC4C}"/>
          </ac:spMkLst>
        </pc:spChg>
        <pc:spChg chg="mod">
          <ac:chgData name="Matěj GÜRTLER" userId="464aa088-4639-4725-b1c0-8a959b422f70" providerId="ADAL" clId="{7648F550-5FFC-4EFD-B916-C97C0DFC4815}" dt="2024-02-12T08:44:25.364" v="851" actId="20577"/>
          <ac:spMkLst>
            <pc:docMk/>
            <pc:sldMk cId="94804041" sldId="258"/>
            <ac:spMk id="3" creationId="{2F82D40A-7085-4934-BB12-B4D489F83FF2}"/>
          </ac:spMkLst>
        </pc:spChg>
        <pc:spChg chg="mod">
          <ac:chgData name="Matěj GÜRTLER" userId="464aa088-4639-4725-b1c0-8a959b422f70" providerId="ADAL" clId="{7648F550-5FFC-4EFD-B916-C97C0DFC4815}" dt="2024-02-12T08:40:47.519" v="622" actId="1038"/>
          <ac:spMkLst>
            <pc:docMk/>
            <pc:sldMk cId="94804041" sldId="258"/>
            <ac:spMk id="4" creationId="{26631439-E605-DC3F-046A-3602AAB7DF1E}"/>
          </ac:spMkLst>
        </pc:spChg>
        <pc:picChg chg="add mod">
          <ac:chgData name="Matěj GÜRTLER" userId="464aa088-4639-4725-b1c0-8a959b422f70" providerId="ADAL" clId="{7648F550-5FFC-4EFD-B916-C97C0DFC4815}" dt="2024-02-12T08:40:39.179" v="618" actId="1076"/>
          <ac:picMkLst>
            <pc:docMk/>
            <pc:sldMk cId="94804041" sldId="258"/>
            <ac:picMk id="1026" creationId="{1EB34316-0816-A42F-F50E-AB0A20C9EC40}"/>
          </ac:picMkLst>
        </pc:picChg>
        <pc:picChg chg="add mod">
          <ac:chgData name="Matěj GÜRTLER" userId="464aa088-4639-4725-b1c0-8a959b422f70" providerId="ADAL" clId="{7648F550-5FFC-4EFD-B916-C97C0DFC4815}" dt="2024-02-12T08:40:42.187" v="619" actId="1076"/>
          <ac:picMkLst>
            <pc:docMk/>
            <pc:sldMk cId="94804041" sldId="258"/>
            <ac:picMk id="1028" creationId="{FC062D23-DAEE-E3A4-864C-2455DFFD010C}"/>
          </ac:picMkLst>
        </pc:picChg>
      </pc:sldChg>
      <pc:sldChg chg="addSp delSp modSp mod">
        <pc:chgData name="Matěj GÜRTLER" userId="464aa088-4639-4725-b1c0-8a959b422f70" providerId="ADAL" clId="{7648F550-5FFC-4EFD-B916-C97C0DFC4815}" dt="2024-02-12T09:20:38.140" v="969" actId="20577"/>
        <pc:sldMkLst>
          <pc:docMk/>
          <pc:sldMk cId="137350360" sldId="259"/>
        </pc:sldMkLst>
        <pc:spChg chg="mod">
          <ac:chgData name="Matěj GÜRTLER" userId="464aa088-4639-4725-b1c0-8a959b422f70" providerId="ADAL" clId="{7648F550-5FFC-4EFD-B916-C97C0DFC4815}" dt="2024-02-12T09:20:37.811" v="968" actId="20577"/>
          <ac:spMkLst>
            <pc:docMk/>
            <pc:sldMk cId="137350360" sldId="259"/>
            <ac:spMk id="2" creationId="{9ADD01F2-8F7A-DF54-F931-8BEB300EDC4C}"/>
          </ac:spMkLst>
        </pc:spChg>
        <pc:spChg chg="mod">
          <ac:chgData name="Matěj GÜRTLER" userId="464aa088-4639-4725-b1c0-8a959b422f70" providerId="ADAL" clId="{7648F550-5FFC-4EFD-B916-C97C0DFC4815}" dt="2024-02-12T09:20:38.140" v="969" actId="20577"/>
          <ac:spMkLst>
            <pc:docMk/>
            <pc:sldMk cId="137350360" sldId="259"/>
            <ac:spMk id="3" creationId="{2F82D40A-7085-4934-BB12-B4D489F83FF2}"/>
          </ac:spMkLst>
        </pc:spChg>
        <pc:picChg chg="add del mod">
          <ac:chgData name="Matěj GÜRTLER" userId="464aa088-4639-4725-b1c0-8a959b422f70" providerId="ADAL" clId="{7648F550-5FFC-4EFD-B916-C97C0DFC4815}" dt="2024-02-12T09:20:37.536" v="966" actId="1076"/>
          <ac:picMkLst>
            <pc:docMk/>
            <pc:sldMk cId="137350360" sldId="259"/>
            <ac:picMk id="3074" creationId="{541CC7C6-196A-5D5A-B7BD-2BC8117932AB}"/>
          </ac:picMkLst>
        </pc:picChg>
        <pc:picChg chg="add del mod">
          <ac:chgData name="Matěj GÜRTLER" userId="464aa088-4639-4725-b1c0-8a959b422f70" providerId="ADAL" clId="{7648F550-5FFC-4EFD-B916-C97C0DFC4815}" dt="2024-02-12T09:20:37.668" v="967" actId="478"/>
          <ac:picMkLst>
            <pc:docMk/>
            <pc:sldMk cId="137350360" sldId="259"/>
            <ac:picMk id="3076" creationId="{D252100E-9B8F-218F-1235-BAC1EA2D60C5}"/>
          </ac:picMkLst>
        </pc:picChg>
      </pc:sldChg>
      <pc:sldChg chg="del">
        <pc:chgData name="Matěj GÜRTLER" userId="464aa088-4639-4725-b1c0-8a959b422f70" providerId="ADAL" clId="{7648F550-5FFC-4EFD-B916-C97C0DFC4815}" dt="2024-02-12T08:44:47.298" v="853" actId="2696"/>
        <pc:sldMkLst>
          <pc:docMk/>
          <pc:sldMk cId="2777776711" sldId="260"/>
        </pc:sldMkLst>
      </pc:sldChg>
      <pc:sldChg chg="modSp mod">
        <pc:chgData name="Matěj GÜRTLER" userId="464aa088-4639-4725-b1c0-8a959b422f70" providerId="ADAL" clId="{7648F550-5FFC-4EFD-B916-C97C0DFC4815}" dt="2024-02-12T08:38:05.452" v="407" actId="1038"/>
        <pc:sldMkLst>
          <pc:docMk/>
          <pc:sldMk cId="2997860356" sldId="261"/>
        </pc:sldMkLst>
        <pc:spChg chg="mod">
          <ac:chgData name="Matěj GÜRTLER" userId="464aa088-4639-4725-b1c0-8a959b422f70" providerId="ADAL" clId="{7648F550-5FFC-4EFD-B916-C97C0DFC4815}" dt="2024-02-12T08:29:51.062" v="39" actId="20577"/>
          <ac:spMkLst>
            <pc:docMk/>
            <pc:sldMk cId="2997860356" sldId="261"/>
            <ac:spMk id="2" creationId="{9ADD01F2-8F7A-DF54-F931-8BEB300EDC4C}"/>
          </ac:spMkLst>
        </pc:spChg>
        <pc:spChg chg="mod">
          <ac:chgData name="Matěj GÜRTLER" userId="464aa088-4639-4725-b1c0-8a959b422f70" providerId="ADAL" clId="{7648F550-5FFC-4EFD-B916-C97C0DFC4815}" dt="2024-02-12T08:38:05.452" v="407" actId="1038"/>
          <ac:spMkLst>
            <pc:docMk/>
            <pc:sldMk cId="2997860356" sldId="261"/>
            <ac:spMk id="7" creationId="{05853461-A3C9-F7CE-B5B1-222C6125833E}"/>
          </ac:spMkLst>
        </pc:spChg>
        <pc:picChg chg="mod">
          <ac:chgData name="Matěj GÜRTLER" userId="464aa088-4639-4725-b1c0-8a959b422f70" providerId="ADAL" clId="{7648F550-5FFC-4EFD-B916-C97C0DFC4815}" dt="2024-02-12T08:37:45.883" v="399" actId="1076"/>
          <ac:picMkLst>
            <pc:docMk/>
            <pc:sldMk cId="2997860356" sldId="261"/>
            <ac:picMk id="2054" creationId="{CC72DAA0-4525-2538-5E09-2F531E19D9EB}"/>
          </ac:picMkLst>
        </pc:picChg>
        <pc:picChg chg="mod">
          <ac:chgData name="Matěj GÜRTLER" userId="464aa088-4639-4725-b1c0-8a959b422f70" providerId="ADAL" clId="{7648F550-5FFC-4EFD-B916-C97C0DFC4815}" dt="2024-02-12T08:38:02.875" v="405" actId="1076"/>
          <ac:picMkLst>
            <pc:docMk/>
            <pc:sldMk cId="2997860356" sldId="261"/>
            <ac:picMk id="2056" creationId="{72B5BB21-4FEB-6648-4321-E5B7D3F242AE}"/>
          </ac:picMkLst>
        </pc:picChg>
      </pc:sldChg>
      <pc:sldChg chg="new del">
        <pc:chgData name="Matěj GÜRTLER" userId="464aa088-4639-4725-b1c0-8a959b422f70" providerId="ADAL" clId="{7648F550-5FFC-4EFD-B916-C97C0DFC4815}" dt="2024-02-12T08:29:15.123" v="8" actId="2696"/>
        <pc:sldMkLst>
          <pc:docMk/>
          <pc:sldMk cId="24567981" sldId="262"/>
        </pc:sldMkLst>
      </pc:sldChg>
      <pc:sldChg chg="addSp delSp modSp add mod">
        <pc:chgData name="Matěj GÜRTLER" userId="464aa088-4639-4725-b1c0-8a959b422f70" providerId="ADAL" clId="{7648F550-5FFC-4EFD-B916-C97C0DFC4815}" dt="2024-02-12T08:39:10.336" v="479" actId="5793"/>
        <pc:sldMkLst>
          <pc:docMk/>
          <pc:sldMk cId="2267957712" sldId="262"/>
        </pc:sldMkLst>
        <pc:spChg chg="mod">
          <ac:chgData name="Matěj GÜRTLER" userId="464aa088-4639-4725-b1c0-8a959b422f70" providerId="ADAL" clId="{7648F550-5FFC-4EFD-B916-C97C0DFC4815}" dt="2024-02-12T08:30:05.950" v="63" actId="20577"/>
          <ac:spMkLst>
            <pc:docMk/>
            <pc:sldMk cId="2267957712" sldId="262"/>
            <ac:spMk id="2" creationId="{8A1D99A5-B7BD-D70B-DBD5-B06C1769BD2D}"/>
          </ac:spMkLst>
        </pc:spChg>
        <pc:spChg chg="mod">
          <ac:chgData name="Matěj GÜRTLER" userId="464aa088-4639-4725-b1c0-8a959b422f70" providerId="ADAL" clId="{7648F550-5FFC-4EFD-B916-C97C0DFC4815}" dt="2024-02-12T08:39:10.336" v="479" actId="5793"/>
          <ac:spMkLst>
            <pc:docMk/>
            <pc:sldMk cId="2267957712" sldId="262"/>
            <ac:spMk id="3" creationId="{200D532D-34F8-0021-1C2E-54DEC8350B88}"/>
          </ac:spMkLst>
        </pc:spChg>
        <pc:spChg chg="mod">
          <ac:chgData name="Matěj GÜRTLER" userId="464aa088-4639-4725-b1c0-8a959b422f70" providerId="ADAL" clId="{7648F550-5FFC-4EFD-B916-C97C0DFC4815}" dt="2024-02-12T08:36:44.551" v="380" actId="14100"/>
          <ac:spMkLst>
            <pc:docMk/>
            <pc:sldMk cId="2267957712" sldId="262"/>
            <ac:spMk id="4" creationId="{0FC11CED-E3D0-60DE-0405-B0D658507E9C}"/>
          </ac:spMkLst>
        </pc:spChg>
        <pc:spChg chg="del mod">
          <ac:chgData name="Matěj GÜRTLER" userId="464aa088-4639-4725-b1c0-8a959b422f70" providerId="ADAL" clId="{7648F550-5FFC-4EFD-B916-C97C0DFC4815}" dt="2024-02-12T08:29:34.171" v="19" actId="478"/>
          <ac:spMkLst>
            <pc:docMk/>
            <pc:sldMk cId="2267957712" sldId="262"/>
            <ac:spMk id="7" creationId="{D3A89B75-DFEC-B218-D32B-FFCD3805DBCC}"/>
          </ac:spMkLst>
        </pc:spChg>
        <pc:picChg chg="add mod">
          <ac:chgData name="Matěj GÜRTLER" userId="464aa088-4639-4725-b1c0-8a959b422f70" providerId="ADAL" clId="{7648F550-5FFC-4EFD-B916-C97C0DFC4815}" dt="2024-02-12T08:39:05.915" v="464" actId="1076"/>
          <ac:picMkLst>
            <pc:docMk/>
            <pc:sldMk cId="2267957712" sldId="262"/>
            <ac:picMk id="2050" creationId="{75D1A465-806B-4CEA-4162-01D27E96312E}"/>
          </ac:picMkLst>
        </pc:picChg>
        <pc:picChg chg="del">
          <ac:chgData name="Matěj GÜRTLER" userId="464aa088-4639-4725-b1c0-8a959b422f70" providerId="ADAL" clId="{7648F550-5FFC-4EFD-B916-C97C0DFC4815}" dt="2024-02-12T08:29:32.577" v="17" actId="478"/>
          <ac:picMkLst>
            <pc:docMk/>
            <pc:sldMk cId="2267957712" sldId="262"/>
            <ac:picMk id="2054" creationId="{62F5B96D-1D4B-291D-8B37-414704D0D8CE}"/>
          </ac:picMkLst>
        </pc:picChg>
        <pc:picChg chg="del">
          <ac:chgData name="Matěj GÜRTLER" userId="464aa088-4639-4725-b1c0-8a959b422f70" providerId="ADAL" clId="{7648F550-5FFC-4EFD-B916-C97C0DFC4815}" dt="2024-02-12T08:29:31.407" v="15" actId="478"/>
          <ac:picMkLst>
            <pc:docMk/>
            <pc:sldMk cId="2267957712" sldId="262"/>
            <ac:picMk id="2056" creationId="{7BAEBD44-74C6-E657-EEDD-B4BB1C8BDFBD}"/>
          </ac:picMkLst>
        </pc:picChg>
      </pc:sldChg>
      <pc:sldChg chg="new del">
        <pc:chgData name="Matěj GÜRTLER" userId="464aa088-4639-4725-b1c0-8a959b422f70" providerId="ADAL" clId="{7648F550-5FFC-4EFD-B916-C97C0DFC4815}" dt="2024-02-12T08:29:07.249" v="6" actId="2696"/>
        <pc:sldMkLst>
          <pc:docMk/>
          <pc:sldMk cId="3776118702" sldId="262"/>
        </pc:sldMkLst>
      </pc:sldChg>
      <pc:sldChg chg="new del">
        <pc:chgData name="Matěj GÜRTLER" userId="464aa088-4639-4725-b1c0-8a959b422f70" providerId="ADAL" clId="{7648F550-5FFC-4EFD-B916-C97C0DFC4815}" dt="2024-02-12T08:47:58.979" v="922" actId="2696"/>
        <pc:sldMkLst>
          <pc:docMk/>
          <pc:sldMk cId="306961201" sldId="263"/>
        </pc:sldMkLst>
      </pc:sldChg>
      <pc:sldChg chg="delSp modSp add del mod">
        <pc:chgData name="Matěj GÜRTLER" userId="464aa088-4639-4725-b1c0-8a959b422f70" providerId="ADAL" clId="{7648F550-5FFC-4EFD-B916-C97C0DFC4815}" dt="2024-02-12T08:47:53.132" v="920" actId="2696"/>
        <pc:sldMkLst>
          <pc:docMk/>
          <pc:sldMk cId="2031320149" sldId="263"/>
        </pc:sldMkLst>
        <pc:spChg chg="mod">
          <ac:chgData name="Matěj GÜRTLER" userId="464aa088-4639-4725-b1c0-8a959b422f70" providerId="ADAL" clId="{7648F550-5FFC-4EFD-B916-C97C0DFC4815}" dt="2024-02-12T08:47:22.692" v="919" actId="20577"/>
          <ac:spMkLst>
            <pc:docMk/>
            <pc:sldMk cId="2031320149" sldId="263"/>
            <ac:spMk id="2" creationId="{3835AF81-582A-337C-14B2-60364BFF23EC}"/>
          </ac:spMkLst>
        </pc:spChg>
        <pc:spChg chg="mod">
          <ac:chgData name="Matěj GÜRTLER" userId="464aa088-4639-4725-b1c0-8a959b422f70" providerId="ADAL" clId="{7648F550-5FFC-4EFD-B916-C97C0DFC4815}" dt="2024-02-12T08:46:29.810" v="868" actId="20577"/>
          <ac:spMkLst>
            <pc:docMk/>
            <pc:sldMk cId="2031320149" sldId="263"/>
            <ac:spMk id="3" creationId="{C9B47F90-1134-0CD1-E515-2D92028F0318}"/>
          </ac:spMkLst>
        </pc:spChg>
        <pc:picChg chg="del">
          <ac:chgData name="Matěj GÜRTLER" userId="464aa088-4639-4725-b1c0-8a959b422f70" providerId="ADAL" clId="{7648F550-5FFC-4EFD-B916-C97C0DFC4815}" dt="2024-02-12T08:46:28.275" v="867" actId="478"/>
          <ac:picMkLst>
            <pc:docMk/>
            <pc:sldMk cId="2031320149" sldId="263"/>
            <ac:picMk id="3074" creationId="{AE1A844E-9812-A0F0-6F36-FC7C52CAF02D}"/>
          </ac:picMkLst>
        </pc:picChg>
        <pc:picChg chg="del">
          <ac:chgData name="Matěj GÜRTLER" userId="464aa088-4639-4725-b1c0-8a959b422f70" providerId="ADAL" clId="{7648F550-5FFC-4EFD-B916-C97C0DFC4815}" dt="2024-02-12T08:46:27.956" v="866" actId="478"/>
          <ac:picMkLst>
            <pc:docMk/>
            <pc:sldMk cId="2031320149" sldId="263"/>
            <ac:picMk id="3076" creationId="{43CCE56F-43E8-0653-C713-48F8456114EC}"/>
          </ac:picMkLst>
        </pc:picChg>
      </pc:sldChg>
      <pc:sldChg chg="delSp modSp add mod">
        <pc:chgData name="Matěj GÜRTLER" userId="464aa088-4639-4725-b1c0-8a959b422f70" providerId="ADAL" clId="{7648F550-5FFC-4EFD-B916-C97C0DFC4815}" dt="2024-02-12T09:22:14.364" v="994" actId="20577"/>
        <pc:sldMkLst>
          <pc:docMk/>
          <pc:sldMk cId="2372567326" sldId="263"/>
        </pc:sldMkLst>
        <pc:spChg chg="mod">
          <ac:chgData name="Matěj GÜRTLER" userId="464aa088-4639-4725-b1c0-8a959b422f70" providerId="ADAL" clId="{7648F550-5FFC-4EFD-B916-C97C0DFC4815}" dt="2024-02-12T08:48:18.277" v="937" actId="20577"/>
          <ac:spMkLst>
            <pc:docMk/>
            <pc:sldMk cId="2372567326" sldId="263"/>
            <ac:spMk id="2" creationId="{E3750472-C8EE-5568-8E79-87676E79E645}"/>
          </ac:spMkLst>
        </pc:spChg>
        <pc:spChg chg="mod">
          <ac:chgData name="Matěj GÜRTLER" userId="464aa088-4639-4725-b1c0-8a959b422f70" providerId="ADAL" clId="{7648F550-5FFC-4EFD-B916-C97C0DFC4815}" dt="2024-02-12T09:22:14.364" v="994" actId="20577"/>
          <ac:spMkLst>
            <pc:docMk/>
            <pc:sldMk cId="2372567326" sldId="263"/>
            <ac:spMk id="3" creationId="{624BDA7B-397A-1D70-A2DC-9296DB461E23}"/>
          </ac:spMkLst>
        </pc:spChg>
        <pc:picChg chg="del">
          <ac:chgData name="Matěj GÜRTLER" userId="464aa088-4639-4725-b1c0-8a959b422f70" providerId="ADAL" clId="{7648F550-5FFC-4EFD-B916-C97C0DFC4815}" dt="2024-02-12T08:48:20.149" v="939" actId="478"/>
          <ac:picMkLst>
            <pc:docMk/>
            <pc:sldMk cId="2372567326" sldId="263"/>
            <ac:picMk id="3074" creationId="{3D1EA164-E913-5E71-B2CE-94B2119938A2}"/>
          </ac:picMkLst>
        </pc:picChg>
        <pc:picChg chg="del">
          <ac:chgData name="Matěj GÜRTLER" userId="464aa088-4639-4725-b1c0-8a959b422f70" providerId="ADAL" clId="{7648F550-5FFC-4EFD-B916-C97C0DFC4815}" dt="2024-02-12T08:48:19.721" v="938" actId="478"/>
          <ac:picMkLst>
            <pc:docMk/>
            <pc:sldMk cId="2372567326" sldId="263"/>
            <ac:picMk id="3076" creationId="{48E63E5C-F785-43FB-AA40-295CA6252B74}"/>
          </ac:picMkLst>
        </pc:picChg>
      </pc:sldChg>
      <pc:sldChg chg="new del">
        <pc:chgData name="Matěj GÜRTLER" userId="464aa088-4639-4725-b1c0-8a959b422f70" providerId="ADAL" clId="{7648F550-5FFC-4EFD-B916-C97C0DFC4815}" dt="2024-02-12T08:48:07.235" v="924" actId="2696"/>
        <pc:sldMkLst>
          <pc:docMk/>
          <pc:sldMk cId="3124347503" sldId="263"/>
        </pc:sldMkLst>
      </pc:sldChg>
      <pc:sldChg chg="new del">
        <pc:chgData name="Matěj GÜRTLER" userId="464aa088-4639-4725-b1c0-8a959b422f70" providerId="ADAL" clId="{7648F550-5FFC-4EFD-B916-C97C0DFC4815}" dt="2024-02-12T08:30:52.428" v="65" actId="2696"/>
        <pc:sldMkLst>
          <pc:docMk/>
          <pc:sldMk cId="3220182017" sldId="263"/>
        </pc:sldMkLst>
      </pc:sldChg>
      <pc:sldChg chg="add del">
        <pc:chgData name="Matěj GÜRTLER" userId="464aa088-4639-4725-b1c0-8a959b422f70" providerId="ADAL" clId="{7648F550-5FFC-4EFD-B916-C97C0DFC4815}" dt="2024-02-12T09:20:19.730" v="959" actId="2890"/>
        <pc:sldMkLst>
          <pc:docMk/>
          <pc:sldMk cId="2837318926" sldId="264"/>
        </pc:sldMkLst>
      </pc:sldChg>
      <pc:sldChg chg="add del">
        <pc:chgData name="Matěj GÜRTLER" userId="464aa088-4639-4725-b1c0-8a959b422f70" providerId="ADAL" clId="{7648F550-5FFC-4EFD-B916-C97C0DFC4815}" dt="2024-02-12T08:49:28.384" v="955" actId="2696"/>
        <pc:sldMkLst>
          <pc:docMk/>
          <pc:sldMk cId="3453314114" sldId="264"/>
        </pc:sldMkLst>
      </pc:sldChg>
      <pc:sldChg chg="addSp delSp modSp add mod modAnim">
        <pc:chgData name="Matěj GÜRTLER" userId="464aa088-4639-4725-b1c0-8a959b422f70" providerId="ADAL" clId="{7648F550-5FFC-4EFD-B916-C97C0DFC4815}" dt="2024-02-12T09:22:03.748" v="991" actId="14100"/>
        <pc:sldMkLst>
          <pc:docMk/>
          <pc:sldMk cId="3667947149" sldId="264"/>
        </pc:sldMkLst>
        <pc:spChg chg="mod">
          <ac:chgData name="Matěj GÜRTLER" userId="464aa088-4639-4725-b1c0-8a959b422f70" providerId="ADAL" clId="{7648F550-5FFC-4EFD-B916-C97C0DFC4815}" dt="2024-02-12T09:20:54.371" v="982" actId="20577"/>
          <ac:spMkLst>
            <pc:docMk/>
            <pc:sldMk cId="3667947149" sldId="264"/>
            <ac:spMk id="2" creationId="{7B813D95-A585-9911-F55C-59F392D4CF98}"/>
          </ac:spMkLst>
        </pc:spChg>
        <pc:spChg chg="del mod">
          <ac:chgData name="Matěj GÜRTLER" userId="464aa088-4639-4725-b1c0-8a959b422f70" providerId="ADAL" clId="{7648F550-5FFC-4EFD-B916-C97C0DFC4815}" dt="2024-02-12T09:21:42.976" v="983"/>
          <ac:spMkLst>
            <pc:docMk/>
            <pc:sldMk cId="3667947149" sldId="264"/>
            <ac:spMk id="3" creationId="{F7027EC7-7345-E245-9A57-7D9CBDC6B617}"/>
          </ac:spMkLst>
        </pc:spChg>
        <pc:spChg chg="add del">
          <ac:chgData name="Matěj GÜRTLER" userId="464aa088-4639-4725-b1c0-8a959b422f70" providerId="ADAL" clId="{7648F550-5FFC-4EFD-B916-C97C0DFC4815}" dt="2024-02-12T09:20:52.093" v="980" actId="478"/>
          <ac:spMkLst>
            <pc:docMk/>
            <pc:sldMk cId="3667947149" sldId="264"/>
            <ac:spMk id="4" creationId="{8925ABDB-1C81-187C-9BAD-4C0F676D3DCF}"/>
          </ac:spMkLst>
        </pc:spChg>
        <pc:spChg chg="add del">
          <ac:chgData name="Matěj GÜRTLER" userId="464aa088-4639-4725-b1c0-8a959b422f70" providerId="ADAL" clId="{7648F550-5FFC-4EFD-B916-C97C0DFC4815}" dt="2024-02-12T09:21:49.717" v="986" actId="478"/>
          <ac:spMkLst>
            <pc:docMk/>
            <pc:sldMk cId="3667947149" sldId="264"/>
            <ac:spMk id="5" creationId="{FCEBB21F-0F5F-EF0B-EF97-16D89AEA64CB}"/>
          </ac:spMkLst>
        </pc:spChg>
        <pc:picChg chg="add mod">
          <ac:chgData name="Matěj GÜRTLER" userId="464aa088-4639-4725-b1c0-8a959b422f70" providerId="ADAL" clId="{7648F550-5FFC-4EFD-B916-C97C0DFC4815}" dt="2024-02-12T09:22:03.748" v="991" actId="14100"/>
          <ac:picMkLst>
            <pc:docMk/>
            <pc:sldMk cId="3667947149" sldId="264"/>
            <ac:picMk id="6" creationId="{DF9D67CA-7828-07E7-6541-129A7927C0CF}"/>
          </ac:picMkLst>
        </pc:picChg>
        <pc:picChg chg="del">
          <ac:chgData name="Matěj GÜRTLER" userId="464aa088-4639-4725-b1c0-8a959b422f70" providerId="ADAL" clId="{7648F550-5FFC-4EFD-B916-C97C0DFC4815}" dt="2024-02-12T09:20:43.539" v="972" actId="478"/>
          <ac:picMkLst>
            <pc:docMk/>
            <pc:sldMk cId="3667947149" sldId="264"/>
            <ac:picMk id="3074" creationId="{3B7F2B56-981D-751C-D34D-8918E460EC28}"/>
          </ac:picMkLst>
        </pc:picChg>
        <pc:picChg chg="del">
          <ac:chgData name="Matěj GÜRTLER" userId="464aa088-4639-4725-b1c0-8a959b422f70" providerId="ADAL" clId="{7648F550-5FFC-4EFD-B916-C97C0DFC4815}" dt="2024-02-12T09:20:43.171" v="971" actId="478"/>
          <ac:picMkLst>
            <pc:docMk/>
            <pc:sldMk cId="3667947149" sldId="264"/>
            <ac:picMk id="3076" creationId="{F33B545E-BDA0-7D02-BD73-069B4FEDE5E6}"/>
          </ac:picMkLst>
        </pc:picChg>
      </pc:sldChg>
      <pc:sldChg chg="new del">
        <pc:chgData name="Matěj GÜRTLER" userId="464aa088-4639-4725-b1c0-8a959b422f70" providerId="ADAL" clId="{7648F550-5FFC-4EFD-B916-C97C0DFC4815}" dt="2024-02-12T09:20:15.771" v="957" actId="2696"/>
        <pc:sldMkLst>
          <pc:docMk/>
          <pc:sldMk cId="3856436335" sldId="264"/>
        </pc:sldMkLst>
      </pc:sldChg>
    </pc:docChg>
  </pc:docChgLst>
  <pc:docChgLst>
    <pc:chgData name="Patrik PAVLÍK" userId="S::patrik.pavlik@teleinformatika.eu::4fce47cb-5a29-41e7-afe3-ddb09ba55d07" providerId="AD" clId="Web-{F7B8346E-F8BE-F0F2-5BD6-001337C25818}"/>
    <pc:docChg chg="mod">
      <pc:chgData name="Patrik PAVLÍK" userId="S::patrik.pavlik@teleinformatika.eu::4fce47cb-5a29-41e7-afe3-ddb09ba55d07" providerId="AD" clId="Web-{F7B8346E-F8BE-F0F2-5BD6-001337C25818}" dt="2025-05-23T15:06:52.972" v="0" actId="33475"/>
      <pc:docMkLst>
        <pc:docMk/>
      </pc:docMkLst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6C033F-53E5-F816-0048-F8F8675CC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B48CD63-BB67-9D87-CF65-86C5E3A45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D649702-AF32-943A-DB86-57AA4D902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EB73-C4A6-41CA-81F9-BAFCC58C147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2958828-8E40-50EC-2E9A-266A5708D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C84344F-956F-65D6-470D-258A27A8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8C530-FFD3-42E1-B5C9-0AA43E8E5B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16859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41262F-D722-67F0-3F65-E31AD426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CDCB1D1-0A73-769D-D19B-B6AE02A0F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21D72E7-62B9-BFDA-80BC-7641687CA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EB73-C4A6-41CA-81F9-BAFCC58C147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20BEA1-6DEA-91F9-AD9A-5619A0209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4701F44-86B5-FD1F-C981-33FBA6B91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8C530-FFD3-42E1-B5C9-0AA43E8E5B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79520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F46664-3015-E224-79F5-A712D57F1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FECD16C-2548-7A6C-4E8E-EE85F3EFF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B90C195-CB92-89A4-7E77-D8DAEDB09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EB73-C4A6-41CA-81F9-BAFCC58C147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9F66A3C-8334-A111-9D1F-4F12C9A8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59845C0-3F26-4512-208B-839EFB5B6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8C530-FFD3-42E1-B5C9-0AA43E8E5B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3878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4DE914-90EA-20F8-10ED-83B687C5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BD3EC09-1D56-5B22-5FE7-21962B4DB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B84675B-7A40-E687-6600-5344FACDC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13529B3-709C-26BA-B04A-7B20C2FBF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EB73-C4A6-41CA-81F9-BAFCC58C147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67DCC880-5875-6C6B-6A3D-804B1F839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4A3D295-4C54-4748-5FB0-D382E124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8C530-FFD3-42E1-B5C9-0AA43E8E5B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4639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A5A778-1DE7-BE40-FFCF-573089D0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6B26674-DC43-EBC4-9A5A-72DE7EAA7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169EB4A-027D-2967-FCE9-918C53ECAA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1810ABC-EAE3-BC76-728C-8CA422F569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BE49CB5-4F65-3248-80E5-BFAA6F429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45FA25A-8CC1-17C9-3377-B3A834A6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EB73-C4A6-41CA-81F9-BAFCC58C147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A833E0E-03AD-129A-2F77-3FFAAE82F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075D426-4AD9-5671-8C2E-1341510E3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8C530-FFD3-42E1-B5C9-0AA43E8E5B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6334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CE1127-6E35-DA63-0F87-4DCD8A449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826C6A0E-1E59-03B7-8594-8B64B963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EB73-C4A6-41CA-81F9-BAFCC58C147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7A81583-5B3E-2C56-CFE9-B0334E7E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67BBA5A-B3E1-BF72-AE55-D83E7458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8C530-FFD3-42E1-B5C9-0AA43E8E5B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2678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59E5435C-ACF5-5136-B04B-9E21E6C10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EB73-C4A6-41CA-81F9-BAFCC58C147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096B6B9-1F1E-5DCE-3EC0-BC0B4E7D9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E42F086-4EAF-2A6C-D4C8-7A9DA831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8C530-FFD3-42E1-B5C9-0AA43E8E5B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398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F913DA-2660-7C6B-81A1-209E8E513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BCFBE0-0CAD-9DBA-C421-06D1CE8F1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3E69B76-9F8D-D42C-6757-EB8F99D390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9E438CE-FE4F-1A81-0F2B-63E245BDD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EB73-C4A6-41CA-81F9-BAFCC58C147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8DA006F-466B-AB11-079D-3AD063558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75D0765-B5D5-C01A-D4C6-F906E7047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8C530-FFD3-42E1-B5C9-0AA43E8E5B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5939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D517FD-D154-E7B9-2A4E-86213CA73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3F110FE-3FF8-AB54-9601-40BC0D24D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5AA7629-E967-2813-3B9B-D0C7B3610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D18AC40-6A75-088B-71E7-5AE5AE812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EB73-C4A6-41CA-81F9-BAFCC58C147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C4D37F-11A8-6E19-E828-A038096BC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D699343-ABE7-ED8E-A148-760BA8A67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8C530-FFD3-42E1-B5C9-0AA43E8E5B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652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6F1340-5B4B-888A-78F7-05B5407C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CDA8FA4-77E9-5F0C-5C33-AAAF5B4B5F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D3C6E48-D3E1-C89D-89BB-5EA557033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EB73-C4A6-41CA-81F9-BAFCC58C147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F518A76-D00B-EA00-44DF-626F6091B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4C13976-8524-5CD0-4B6A-ABC5E84F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8C530-FFD3-42E1-B5C9-0AA43E8E5B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618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807C324-F9D5-3C43-08AF-656F1FCB3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6CA69634-FA2E-101F-CA97-3AD5CD917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F221C8F-7E55-563B-B165-BFCAC05C9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1EB73-C4A6-41CA-81F9-BAFCC58C147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791522C-CF08-FD3D-7B1A-0882B97B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CE2A31E-24A4-40B9-C24F-BA882B819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8C530-FFD3-42E1-B5C9-0AA43E8E5B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314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9E47813-187A-4F98-DA36-F1D3A7232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D6B9F81-B1C0-8BA1-E542-5806E7849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411417E-6BF1-26FD-DAFC-D0E39C2D7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1EB73-C4A6-41CA-81F9-BAFCC58C1472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0810A41-4199-B06F-8DBF-FAE69EF991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36894A1-D82A-F584-4C6E-B54EAE1F34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8C530-FFD3-42E1-B5C9-0AA43E8E5B8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310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lgOlK9sgY08?feature=oembe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warekeep.com/help-center/windows-server-2022-installation-guide-step-by-step" TargetMode="External"/><Relationship Id="rId2" Type="http://schemas.openxmlformats.org/officeDocument/2006/relationships/hyperlink" Target="https://www.server-world.info/en/note?os=Windows_Server_2019&amp;p=instal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lgOlK9sgY08?feature=shared" TargetMode="External"/><Relationship Id="rId4" Type="http://schemas.openxmlformats.org/officeDocument/2006/relationships/hyperlink" Target="https://learn.microsoft.com/cs-cz/microsoft-identity-manager/prepare-server-ws201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17704625-496E-D98F-E0F7-B63BAF201212}"/>
              </a:ext>
            </a:extLst>
          </p:cNvPr>
          <p:cNvSpPr/>
          <p:nvPr/>
        </p:nvSpPr>
        <p:spPr>
          <a:xfrm>
            <a:off x="-733425" y="-314325"/>
            <a:ext cx="14620875" cy="961786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83F8AB38-BDF3-FBFC-4DC3-892B737B170B}"/>
              </a:ext>
            </a:extLst>
          </p:cNvPr>
          <p:cNvSpPr/>
          <p:nvPr/>
        </p:nvSpPr>
        <p:spPr>
          <a:xfrm>
            <a:off x="581025" y="676275"/>
            <a:ext cx="11029950" cy="5554265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53B6A21-C646-7773-F33A-AD3D7FD317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274" y="627460"/>
            <a:ext cx="5610225" cy="2387600"/>
          </a:xfrm>
          <a:ln>
            <a:noFill/>
          </a:ln>
        </p:spPr>
        <p:txBody>
          <a:bodyPr/>
          <a:lstStyle/>
          <a:p>
            <a:r>
              <a:rPr lang="cs-CZ">
                <a:solidFill>
                  <a:schemeClr val="bg1"/>
                </a:solidFill>
              </a:rPr>
              <a:t>Základní instalace </a:t>
            </a:r>
            <a:br>
              <a:rPr lang="cs-CZ">
                <a:solidFill>
                  <a:schemeClr val="bg1"/>
                </a:solidFill>
              </a:rPr>
            </a:br>
            <a:r>
              <a:rPr lang="cs-CZ">
                <a:solidFill>
                  <a:schemeClr val="bg1"/>
                </a:solidFill>
              </a:rPr>
              <a:t>Windows serveru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2686E9-6FE5-3FEE-32C2-BA6E1F855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4" y="2710658"/>
            <a:ext cx="2800350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3568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731E5FA5-A45D-F6B3-6962-5D366684BD16}"/>
              </a:ext>
            </a:extLst>
          </p:cNvPr>
          <p:cNvSpPr/>
          <p:nvPr/>
        </p:nvSpPr>
        <p:spPr>
          <a:xfrm>
            <a:off x="6648450" y="-171450"/>
            <a:ext cx="6257925" cy="7181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26631439-E605-DC3F-046A-3602AAB7DF1E}"/>
              </a:ext>
            </a:extLst>
          </p:cNvPr>
          <p:cNvSpPr/>
          <p:nvPr/>
        </p:nvSpPr>
        <p:spPr>
          <a:xfrm>
            <a:off x="-1952625" y="0"/>
            <a:ext cx="11763375" cy="685800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ADD01F2-8F7A-DF54-F931-8BEB300E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solidFill>
                  <a:schemeClr val="bg1"/>
                </a:solidFill>
              </a:rPr>
              <a:t>Instalace OS – První </a:t>
            </a:r>
            <a:r>
              <a:rPr lang="cs-CZ" err="1">
                <a:solidFill>
                  <a:schemeClr val="bg1"/>
                </a:solidFill>
              </a:rPr>
              <a:t>Boot</a:t>
            </a:r>
            <a:endParaRPr lang="cs-CZ">
              <a:solidFill>
                <a:schemeClr val="bg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82D40A-7085-4934-BB12-B4D489F83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>
                <a:solidFill>
                  <a:schemeClr val="bg1"/>
                </a:solidFill>
              </a:rPr>
              <a:t>K počítači se musí připojit: </a:t>
            </a:r>
          </a:p>
          <a:p>
            <a:r>
              <a:rPr lang="cs-CZ">
                <a:solidFill>
                  <a:schemeClr val="bg1"/>
                </a:solidFill>
              </a:rPr>
              <a:t>Zařízení s </a:t>
            </a:r>
            <a:r>
              <a:rPr lang="cs-CZ" err="1">
                <a:solidFill>
                  <a:schemeClr val="bg1"/>
                </a:solidFill>
              </a:rPr>
              <a:t>bootovacími</a:t>
            </a:r>
            <a:r>
              <a:rPr lang="cs-CZ">
                <a:solidFill>
                  <a:schemeClr val="bg1"/>
                </a:solidFill>
              </a:rPr>
              <a:t> soubory</a:t>
            </a:r>
          </a:p>
          <a:p>
            <a:r>
              <a:rPr lang="cs-CZ">
                <a:solidFill>
                  <a:schemeClr val="bg1"/>
                </a:solidFill>
              </a:rPr>
              <a:t>Síťový kabel</a:t>
            </a:r>
          </a:p>
          <a:p>
            <a:endParaRPr lang="cs-CZ">
              <a:solidFill>
                <a:schemeClr val="bg1"/>
              </a:solidFill>
            </a:endParaRPr>
          </a:p>
        </p:txBody>
      </p:sp>
      <p:pic>
        <p:nvPicPr>
          <p:cNvPr id="2054" name="Picture 6" descr="Windows Vista Ultimate - Repair StartUp">
            <a:extLst>
              <a:ext uri="{FF2B5EF4-FFF2-40B4-BE49-F238E27FC236}">
                <a16:creationId xmlns:a16="http://schemas.microsoft.com/office/drawing/2014/main" id="{CC72DAA0-4525-2538-5E09-2F531E19D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3975" y="4061365"/>
            <a:ext cx="3083668" cy="1904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05853461-A3C9-F7CE-B5B1-222C6125833E}"/>
              </a:ext>
            </a:extLst>
          </p:cNvPr>
          <p:cNvSpPr txBox="1"/>
          <p:nvPr/>
        </p:nvSpPr>
        <p:spPr>
          <a:xfrm>
            <a:off x="3973937" y="4061365"/>
            <a:ext cx="22613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>
                <a:solidFill>
                  <a:schemeClr val="bg1"/>
                </a:solidFill>
              </a:rPr>
              <a:t>Jeden z těchto textů, by se měl objevit po prvním spuštění počítače </a:t>
            </a:r>
          </a:p>
        </p:txBody>
      </p:sp>
      <p:pic>
        <p:nvPicPr>
          <p:cNvPr id="2056" name="Picture 8" descr="How To Add “Press Any Key To Boot From USB” To Bootable Windows USB">
            <a:extLst>
              <a:ext uri="{FF2B5EF4-FFF2-40B4-BE49-F238E27FC236}">
                <a16:creationId xmlns:a16="http://schemas.microsoft.com/office/drawing/2014/main" id="{72B5BB21-4FEB-6648-4321-E5B7D3F24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26" y="4120188"/>
            <a:ext cx="3511799" cy="142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860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48CC0-8956-B930-57FA-0F62CDE41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F1086B89-23CF-48A6-B4BD-C622FAAA8ADE}"/>
              </a:ext>
            </a:extLst>
          </p:cNvPr>
          <p:cNvSpPr/>
          <p:nvPr/>
        </p:nvSpPr>
        <p:spPr>
          <a:xfrm>
            <a:off x="6648450" y="-171450"/>
            <a:ext cx="6257925" cy="7181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0FC11CED-E3D0-60DE-0405-B0D658507E9C}"/>
              </a:ext>
            </a:extLst>
          </p:cNvPr>
          <p:cNvSpPr/>
          <p:nvPr/>
        </p:nvSpPr>
        <p:spPr>
          <a:xfrm>
            <a:off x="-1961503" y="0"/>
            <a:ext cx="11763375" cy="685800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A1D99A5-B7BD-D70B-DBD5-B06C1769B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solidFill>
                  <a:schemeClr val="bg1"/>
                </a:solidFill>
              </a:rPr>
              <a:t>Instalace OS – Základní nastavení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0D532D-34F8-0021-1C2E-54DEC8350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>
                <a:solidFill>
                  <a:schemeClr val="bg1"/>
                </a:solidFill>
              </a:rPr>
              <a:t>Nastavuje se:</a:t>
            </a:r>
          </a:p>
          <a:p>
            <a:pPr lvl="1"/>
            <a:r>
              <a:rPr lang="cs-CZ">
                <a:solidFill>
                  <a:schemeClr val="bg1"/>
                </a:solidFill>
              </a:rPr>
              <a:t>Jazyk instalace</a:t>
            </a:r>
          </a:p>
          <a:p>
            <a:pPr lvl="1"/>
            <a:r>
              <a:rPr lang="cs-CZ">
                <a:solidFill>
                  <a:schemeClr val="bg1"/>
                </a:solidFill>
              </a:rPr>
              <a:t>Časové pásmo a měna</a:t>
            </a:r>
          </a:p>
          <a:p>
            <a:pPr lvl="1"/>
            <a:r>
              <a:rPr lang="cs-CZ">
                <a:solidFill>
                  <a:schemeClr val="bg1"/>
                </a:solidFill>
              </a:rPr>
              <a:t>Natavení klávesnice</a:t>
            </a:r>
          </a:p>
          <a:p>
            <a:pPr marL="457200" lvl="1" indent="0">
              <a:buNone/>
            </a:pPr>
            <a:endParaRPr lang="cs-CZ">
              <a:solidFill>
                <a:schemeClr val="bg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5D1A465-806B-4CEA-4162-01D27E9631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3" t="12452" r="11859" b="12116"/>
          <a:stretch/>
        </p:blipFill>
        <p:spPr bwMode="auto">
          <a:xfrm>
            <a:off x="4731850" y="3640085"/>
            <a:ext cx="3897324" cy="2877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957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731E5FA5-A45D-F6B3-6962-5D366684BD16}"/>
              </a:ext>
            </a:extLst>
          </p:cNvPr>
          <p:cNvSpPr/>
          <p:nvPr/>
        </p:nvSpPr>
        <p:spPr>
          <a:xfrm>
            <a:off x="6648450" y="-171450"/>
            <a:ext cx="6257925" cy="7181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26631439-E605-DC3F-046A-3602AAB7DF1E}"/>
              </a:ext>
            </a:extLst>
          </p:cNvPr>
          <p:cNvSpPr/>
          <p:nvPr/>
        </p:nvSpPr>
        <p:spPr>
          <a:xfrm>
            <a:off x="-1977085" y="-9526"/>
            <a:ext cx="11763375" cy="685800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ADD01F2-8F7A-DF54-F931-8BEB300ED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solidFill>
                  <a:schemeClr val="bg1"/>
                </a:solidFill>
              </a:rPr>
              <a:t>Instalace OS – Instalace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82D40A-7085-4934-BB12-B4D489F83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9608"/>
            <a:ext cx="10515600" cy="4351338"/>
          </a:xfrm>
        </p:spPr>
        <p:txBody>
          <a:bodyPr/>
          <a:lstStyle/>
          <a:p>
            <a:r>
              <a:rPr lang="cs-CZ">
                <a:solidFill>
                  <a:schemeClr val="bg1"/>
                </a:solidFill>
              </a:rPr>
              <a:t>Vybírání </a:t>
            </a:r>
            <a:r>
              <a:rPr lang="cs-CZ" err="1">
                <a:solidFill>
                  <a:schemeClr val="bg1"/>
                </a:solidFill>
              </a:rPr>
              <a:t>partitionu</a:t>
            </a:r>
            <a:r>
              <a:rPr lang="cs-CZ">
                <a:solidFill>
                  <a:schemeClr val="bg1"/>
                </a:solidFill>
              </a:rPr>
              <a:t> na instalaci</a:t>
            </a:r>
          </a:p>
          <a:p>
            <a:r>
              <a:rPr lang="cs-CZ">
                <a:solidFill>
                  <a:schemeClr val="bg1"/>
                </a:solidFill>
              </a:rPr>
              <a:t>Vybírání verze </a:t>
            </a:r>
            <a:r>
              <a:rPr lang="cs-CZ" err="1">
                <a:solidFill>
                  <a:schemeClr val="bg1"/>
                </a:solidFill>
              </a:rPr>
              <a:t>windows</a:t>
            </a:r>
            <a:r>
              <a:rPr lang="cs-CZ">
                <a:solidFill>
                  <a:schemeClr val="bg1"/>
                </a:solidFill>
              </a:rPr>
              <a:t> a druh instalace</a:t>
            </a:r>
          </a:p>
          <a:p>
            <a:r>
              <a:rPr lang="cs-CZ">
                <a:solidFill>
                  <a:schemeClr val="bg1"/>
                </a:solidFill>
              </a:rPr>
              <a:t>Počítač začne instalovat a několikrát se restartuje</a:t>
            </a:r>
          </a:p>
          <a:p>
            <a:r>
              <a:rPr lang="cs-CZ">
                <a:solidFill>
                  <a:schemeClr val="bg1"/>
                </a:solidFill>
              </a:rPr>
              <a:t>Po instalaci se zadává heslo administrátora</a:t>
            </a:r>
          </a:p>
          <a:p>
            <a:endParaRPr lang="cs-CZ">
              <a:solidFill>
                <a:schemeClr val="bg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B34316-0816-A42F-F50E-AB0A20C9EC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8" t="4264" r="10764" b="17350"/>
          <a:stretch/>
        </p:blipFill>
        <p:spPr bwMode="auto">
          <a:xfrm>
            <a:off x="863956" y="3865277"/>
            <a:ext cx="3595456" cy="265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C062D23-DAEE-E3A4-864C-2455DFFD01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0" t="4198" r="10198" b="16131"/>
          <a:stretch/>
        </p:blipFill>
        <p:spPr bwMode="auto">
          <a:xfrm>
            <a:off x="5189091" y="3865277"/>
            <a:ext cx="3595456" cy="2693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04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731E5FA5-A45D-F6B3-6962-5D366684BD16}"/>
              </a:ext>
            </a:extLst>
          </p:cNvPr>
          <p:cNvSpPr/>
          <p:nvPr/>
        </p:nvSpPr>
        <p:spPr>
          <a:xfrm>
            <a:off x="6648450" y="-171450"/>
            <a:ext cx="6257925" cy="7181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26631439-E605-DC3F-046A-3602AAB7DF1E}"/>
              </a:ext>
            </a:extLst>
          </p:cNvPr>
          <p:cNvSpPr/>
          <p:nvPr/>
        </p:nvSpPr>
        <p:spPr>
          <a:xfrm>
            <a:off x="-1952625" y="0"/>
            <a:ext cx="11763375" cy="685800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ADD01F2-8F7A-DF54-F931-8BEB300E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337"/>
            <a:ext cx="10515600" cy="1325563"/>
          </a:xfrm>
        </p:spPr>
        <p:txBody>
          <a:bodyPr/>
          <a:lstStyle/>
          <a:p>
            <a:r>
              <a:rPr lang="cs-CZ">
                <a:solidFill>
                  <a:schemeClr val="bg1"/>
                </a:solidFill>
              </a:rPr>
              <a:t>Konfigurace serveru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F82D40A-7085-4934-BB12-B4D489F83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>
                <a:solidFill>
                  <a:schemeClr val="bg1"/>
                </a:solidFill>
              </a:rPr>
              <a:t>Podle instalace se server konfiguruje </a:t>
            </a:r>
            <a:r>
              <a:rPr lang="cs-CZ" err="1">
                <a:solidFill>
                  <a:schemeClr val="bg1"/>
                </a:solidFill>
              </a:rPr>
              <a:t>dvěmi</a:t>
            </a:r>
            <a:r>
              <a:rPr lang="cs-CZ">
                <a:solidFill>
                  <a:schemeClr val="bg1"/>
                </a:solidFill>
              </a:rPr>
              <a:t> způsoby:</a:t>
            </a:r>
          </a:p>
          <a:p>
            <a:pPr lvl="1"/>
            <a:r>
              <a:rPr lang="cs-CZ">
                <a:solidFill>
                  <a:schemeClr val="bg1"/>
                </a:solidFill>
              </a:rPr>
              <a:t>Přes server manager</a:t>
            </a:r>
          </a:p>
          <a:p>
            <a:pPr lvl="1"/>
            <a:r>
              <a:rPr lang="cs-CZ">
                <a:solidFill>
                  <a:schemeClr val="bg1"/>
                </a:solidFill>
              </a:rPr>
              <a:t>Přes </a:t>
            </a:r>
            <a:r>
              <a:rPr lang="cs-CZ" err="1">
                <a:solidFill>
                  <a:schemeClr val="bg1"/>
                </a:solidFill>
              </a:rPr>
              <a:t>powershell</a:t>
            </a:r>
            <a:r>
              <a:rPr lang="cs-CZ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3074" name="Picture 2" descr="server manager + Dashboard in WIndows server 2022">
            <a:extLst>
              <a:ext uri="{FF2B5EF4-FFF2-40B4-BE49-F238E27FC236}">
                <a16:creationId xmlns:a16="http://schemas.microsoft.com/office/drawing/2014/main" id="{541CC7C6-196A-5D5A-B7BD-2BC811793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4413" y="3337496"/>
            <a:ext cx="3900256" cy="2925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erve core interface">
            <a:extLst>
              <a:ext uri="{FF2B5EF4-FFF2-40B4-BE49-F238E27FC236}">
                <a16:creationId xmlns:a16="http://schemas.microsoft.com/office/drawing/2014/main" id="{D252100E-9B8F-218F-1235-BAC1EA2D6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0" y="3337496"/>
            <a:ext cx="5059790" cy="292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350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239F4-5EFF-BBB6-5BE4-0C7319E29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8925ABDB-1C81-187C-9BAD-4C0F676D3DCF}"/>
              </a:ext>
            </a:extLst>
          </p:cNvPr>
          <p:cNvSpPr/>
          <p:nvPr/>
        </p:nvSpPr>
        <p:spPr>
          <a:xfrm>
            <a:off x="-1952625" y="0"/>
            <a:ext cx="11763375" cy="685800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B813D95-A585-9911-F55C-59F392D4C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337"/>
            <a:ext cx="10515600" cy="1325563"/>
          </a:xfrm>
        </p:spPr>
        <p:txBody>
          <a:bodyPr/>
          <a:lstStyle/>
          <a:p>
            <a:endParaRPr lang="cs-CZ">
              <a:solidFill>
                <a:schemeClr val="bg1"/>
              </a:solidFill>
            </a:endParaRPr>
          </a:p>
        </p:txBody>
      </p:sp>
      <p:pic>
        <p:nvPicPr>
          <p:cNvPr id="6" name="Online médium 5" title="01. How to install Windows Server 2016 (Step by Step guide)">
            <a:hlinkClick r:id="" action="ppaction://media"/>
            <a:extLst>
              <a:ext uri="{FF2B5EF4-FFF2-40B4-BE49-F238E27FC236}">
                <a16:creationId xmlns:a16="http://schemas.microsoft.com/office/drawing/2014/main" id="{DF9D67CA-7828-07E7-6541-129A7927C0C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-63235" y="-66675"/>
            <a:ext cx="12255235" cy="692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47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343A3-C1C9-C76B-CB3F-6F0BEF67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délník 4">
            <a:extLst>
              <a:ext uri="{FF2B5EF4-FFF2-40B4-BE49-F238E27FC236}">
                <a16:creationId xmlns:a16="http://schemas.microsoft.com/office/drawing/2014/main" id="{AA200141-9E4F-1592-888C-D07E2BFF8A6F}"/>
              </a:ext>
            </a:extLst>
          </p:cNvPr>
          <p:cNvSpPr/>
          <p:nvPr/>
        </p:nvSpPr>
        <p:spPr>
          <a:xfrm>
            <a:off x="6648450" y="-171450"/>
            <a:ext cx="6257925" cy="71818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" name="Obdélník: se zakulacenými rohy 3">
            <a:extLst>
              <a:ext uri="{FF2B5EF4-FFF2-40B4-BE49-F238E27FC236}">
                <a16:creationId xmlns:a16="http://schemas.microsoft.com/office/drawing/2014/main" id="{A0C82A48-A41D-DD93-4046-52764B71E1F3}"/>
              </a:ext>
            </a:extLst>
          </p:cNvPr>
          <p:cNvSpPr/>
          <p:nvPr/>
        </p:nvSpPr>
        <p:spPr>
          <a:xfrm>
            <a:off x="-1952625" y="0"/>
            <a:ext cx="11763375" cy="6858001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3750472-C8EE-5568-8E79-87676E79E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337"/>
            <a:ext cx="10515600" cy="1325563"/>
          </a:xfrm>
        </p:spPr>
        <p:txBody>
          <a:bodyPr/>
          <a:lstStyle/>
          <a:p>
            <a:r>
              <a:rPr lang="cs-CZ">
                <a:solidFill>
                  <a:schemeClr val="bg1"/>
                </a:solidFill>
              </a:rPr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24BDA7B-397A-1D70-A2DC-9296DB461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77831" cy="4351338"/>
          </a:xfrm>
        </p:spPr>
        <p:txBody>
          <a:bodyPr>
            <a:normAutofit/>
          </a:bodyPr>
          <a:lstStyle/>
          <a:p>
            <a:r>
              <a:rPr lang="cs-CZ" sz="2000">
                <a:solidFill>
                  <a:schemeClr val="bg1"/>
                </a:solidFill>
                <a:hlinkClick r:id="rId2"/>
              </a:rPr>
              <a:t>https://www.server-world.info/en/note?os=Windows_Server_2019&amp;p=install</a:t>
            </a:r>
            <a:endParaRPr lang="cs-CZ" sz="2000">
              <a:solidFill>
                <a:schemeClr val="bg1"/>
              </a:solidFill>
            </a:endParaRPr>
          </a:p>
          <a:p>
            <a:r>
              <a:rPr lang="cs-CZ" sz="2000">
                <a:solidFill>
                  <a:schemeClr val="bg1"/>
                </a:solidFill>
                <a:hlinkClick r:id="rId3"/>
              </a:rPr>
              <a:t>https://softwarekeep.com/help-center/windows-server-2022-installation-guide-step-by-step</a:t>
            </a:r>
            <a:endParaRPr lang="cs-CZ" sz="2000">
              <a:solidFill>
                <a:schemeClr val="bg1"/>
              </a:solidFill>
            </a:endParaRPr>
          </a:p>
          <a:p>
            <a:r>
              <a:rPr lang="cs-CZ" sz="2000">
                <a:solidFill>
                  <a:schemeClr val="bg1"/>
                </a:solidFill>
                <a:hlinkClick r:id="rId4"/>
              </a:rPr>
              <a:t>https://learn.microsoft.com/cs-cz/microsoft-identity-manager/prepare-server-ws2016</a:t>
            </a:r>
            <a:endParaRPr lang="cs-CZ" sz="2000">
              <a:solidFill>
                <a:schemeClr val="bg1"/>
              </a:solidFill>
            </a:endParaRPr>
          </a:p>
          <a:p>
            <a:r>
              <a:rPr lang="cs-CZ" sz="2000">
                <a:solidFill>
                  <a:schemeClr val="bg1"/>
                </a:solidFill>
                <a:hlinkClick r:id="rId5"/>
              </a:rPr>
              <a:t>https://youtu.be/lgOlK9sgY08?feature=shared</a:t>
            </a:r>
            <a:endParaRPr lang="cs-CZ" sz="2000">
              <a:solidFill>
                <a:schemeClr val="bg1"/>
              </a:solidFill>
            </a:endParaRPr>
          </a:p>
          <a:p>
            <a:endParaRPr lang="cs-CZ" sz="2000">
              <a:solidFill>
                <a:schemeClr val="bg1"/>
              </a:solidFill>
            </a:endParaRPr>
          </a:p>
          <a:p>
            <a:endParaRPr lang="cs-CZ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256732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Širokoúhlá obrazovka</PresentationFormat>
  <Paragraphs>25</Paragraphs>
  <Slides>7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Motiv Office</vt:lpstr>
      <vt:lpstr>Základní instalace  Windows serveru</vt:lpstr>
      <vt:lpstr>Instalace OS – První Boot</vt:lpstr>
      <vt:lpstr>Instalace OS – Základní nastavení</vt:lpstr>
      <vt:lpstr>Instalace OS – Instalace</vt:lpstr>
      <vt:lpstr>Konfigurace serveru</vt:lpstr>
      <vt:lpstr>Prezentace aplikace PowerPoint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