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59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AFFECD-D84F-42FD-B99D-959BD41EAA73}" v="148" dt="2024-02-12T09:17:23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3" autoAdjust="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KISS" userId="92690cd7-8256-4558-9713-a350ecd06f5d" providerId="ADAL" clId="{1BAFFECD-D84F-42FD-B99D-959BD41EAA73}"/>
    <pc:docChg chg="undo custSel addSld delSld modSld">
      <pc:chgData name="Adam KISS" userId="92690cd7-8256-4558-9713-a350ecd06f5d" providerId="ADAL" clId="{1BAFFECD-D84F-42FD-B99D-959BD41EAA73}" dt="2024-02-12T09:21:53.290" v="361" actId="20577"/>
      <pc:docMkLst>
        <pc:docMk/>
      </pc:docMkLst>
      <pc:sldChg chg="addSp modSp mod setBg">
        <pc:chgData name="Adam KISS" userId="92690cd7-8256-4558-9713-a350ecd06f5d" providerId="ADAL" clId="{1BAFFECD-D84F-42FD-B99D-959BD41EAA73}" dt="2024-02-12T09:19:31.928" v="315" actId="26606"/>
        <pc:sldMkLst>
          <pc:docMk/>
          <pc:sldMk cId="1359165308" sldId="256"/>
        </pc:sldMkLst>
        <pc:spChg chg="mod">
          <ac:chgData name="Adam KISS" userId="92690cd7-8256-4558-9713-a350ecd06f5d" providerId="ADAL" clId="{1BAFFECD-D84F-42FD-B99D-959BD41EAA73}" dt="2024-02-12T09:19:31.928" v="315" actId="26606"/>
          <ac:spMkLst>
            <pc:docMk/>
            <pc:sldMk cId="1359165308" sldId="256"/>
            <ac:spMk id="2" creationId="{A404CFA3-0AB8-6F5D-D2F9-93F35D31C4EB}"/>
          </ac:spMkLst>
        </pc:spChg>
        <pc:spChg chg="mod">
          <ac:chgData name="Adam KISS" userId="92690cd7-8256-4558-9713-a350ecd06f5d" providerId="ADAL" clId="{1BAFFECD-D84F-42FD-B99D-959BD41EAA73}" dt="2024-02-12T09:19:31.928" v="315" actId="26606"/>
          <ac:spMkLst>
            <pc:docMk/>
            <pc:sldMk cId="1359165308" sldId="256"/>
            <ac:spMk id="3" creationId="{1AE29A5D-98DB-82AB-E880-6B8CD1650B61}"/>
          </ac:spMkLst>
        </pc:spChg>
        <pc:spChg chg="add">
          <ac:chgData name="Adam KISS" userId="92690cd7-8256-4558-9713-a350ecd06f5d" providerId="ADAL" clId="{1BAFFECD-D84F-42FD-B99D-959BD41EAA73}" dt="2024-02-12T09:19:31.928" v="315" actId="26606"/>
          <ac:spMkLst>
            <pc:docMk/>
            <pc:sldMk cId="1359165308" sldId="256"/>
            <ac:spMk id="8" creationId="{6F5A5072-7B47-4D32-B52A-4EBBF590B8A5}"/>
          </ac:spMkLst>
        </pc:spChg>
        <pc:spChg chg="add">
          <ac:chgData name="Adam KISS" userId="92690cd7-8256-4558-9713-a350ecd06f5d" providerId="ADAL" clId="{1BAFFECD-D84F-42FD-B99D-959BD41EAA73}" dt="2024-02-12T09:19:31.928" v="315" actId="26606"/>
          <ac:spMkLst>
            <pc:docMk/>
            <pc:sldMk cId="1359165308" sldId="256"/>
            <ac:spMk id="10" creationId="{9715DAF0-AE1B-46C9-8A6B-DB2AA05AB91D}"/>
          </ac:spMkLst>
        </pc:spChg>
        <pc:spChg chg="add">
          <ac:chgData name="Adam KISS" userId="92690cd7-8256-4558-9713-a350ecd06f5d" providerId="ADAL" clId="{1BAFFECD-D84F-42FD-B99D-959BD41EAA73}" dt="2024-02-12T09:19:31.928" v="315" actId="26606"/>
          <ac:spMkLst>
            <pc:docMk/>
            <pc:sldMk cId="1359165308" sldId="256"/>
            <ac:spMk id="12" creationId="{6016219D-510E-4184-9090-6D5578A87BD1}"/>
          </ac:spMkLst>
        </pc:spChg>
        <pc:spChg chg="add">
          <ac:chgData name="Adam KISS" userId="92690cd7-8256-4558-9713-a350ecd06f5d" providerId="ADAL" clId="{1BAFFECD-D84F-42FD-B99D-959BD41EAA73}" dt="2024-02-12T09:19:31.928" v="315" actId="26606"/>
          <ac:spMkLst>
            <pc:docMk/>
            <pc:sldMk cId="1359165308" sldId="256"/>
            <ac:spMk id="14" creationId="{AFF4A713-7B75-4B21-90D7-5AB19547C728}"/>
          </ac:spMkLst>
        </pc:spChg>
        <pc:spChg chg="add">
          <ac:chgData name="Adam KISS" userId="92690cd7-8256-4558-9713-a350ecd06f5d" providerId="ADAL" clId="{1BAFFECD-D84F-42FD-B99D-959BD41EAA73}" dt="2024-02-12T09:19:31.928" v="315" actId="26606"/>
          <ac:spMkLst>
            <pc:docMk/>
            <pc:sldMk cId="1359165308" sldId="256"/>
            <ac:spMk id="16" creationId="{DC631C0B-6DA6-4E57-8231-CE32B3434A7E}"/>
          </ac:spMkLst>
        </pc:spChg>
        <pc:spChg chg="add">
          <ac:chgData name="Adam KISS" userId="92690cd7-8256-4558-9713-a350ecd06f5d" providerId="ADAL" clId="{1BAFFECD-D84F-42FD-B99D-959BD41EAA73}" dt="2024-02-12T09:19:31.928" v="315" actId="26606"/>
          <ac:spMkLst>
            <pc:docMk/>
            <pc:sldMk cId="1359165308" sldId="256"/>
            <ac:spMk id="18" creationId="{C29501E6-A978-4A61-9689-9085AF97A53A}"/>
          </ac:spMkLst>
        </pc:spChg>
      </pc:sldChg>
      <pc:sldChg chg="addSp modSp mod setBg">
        <pc:chgData name="Adam KISS" userId="92690cd7-8256-4558-9713-a350ecd06f5d" providerId="ADAL" clId="{1BAFFECD-D84F-42FD-B99D-959BD41EAA73}" dt="2024-02-12T09:19:34.808" v="316" actId="26606"/>
        <pc:sldMkLst>
          <pc:docMk/>
          <pc:sldMk cId="1661451459" sldId="257"/>
        </pc:sldMkLst>
        <pc:spChg chg="mod">
          <ac:chgData name="Adam KISS" userId="92690cd7-8256-4558-9713-a350ecd06f5d" providerId="ADAL" clId="{1BAFFECD-D84F-42FD-B99D-959BD41EAA73}" dt="2024-02-12T09:19:34.808" v="316" actId="26606"/>
          <ac:spMkLst>
            <pc:docMk/>
            <pc:sldMk cId="1661451459" sldId="257"/>
            <ac:spMk id="2" creationId="{452732FF-39BE-F920-42AF-8F6DCAC54348}"/>
          </ac:spMkLst>
        </pc:spChg>
        <pc:spChg chg="mod">
          <ac:chgData name="Adam KISS" userId="92690cd7-8256-4558-9713-a350ecd06f5d" providerId="ADAL" clId="{1BAFFECD-D84F-42FD-B99D-959BD41EAA73}" dt="2024-02-12T09:19:34.808" v="316" actId="26606"/>
          <ac:spMkLst>
            <pc:docMk/>
            <pc:sldMk cId="1661451459" sldId="257"/>
            <ac:spMk id="3" creationId="{DD72F3AC-6847-D7F2-DF38-D90E5D46E779}"/>
          </ac:spMkLst>
        </pc:spChg>
        <pc:spChg chg="add">
          <ac:chgData name="Adam KISS" userId="92690cd7-8256-4558-9713-a350ecd06f5d" providerId="ADAL" clId="{1BAFFECD-D84F-42FD-B99D-959BD41EAA73}" dt="2024-02-12T09:19:34.808" v="316" actId="26606"/>
          <ac:spMkLst>
            <pc:docMk/>
            <pc:sldMk cId="1661451459" sldId="257"/>
            <ac:spMk id="8" creationId="{09588DA8-065E-4F6F-8EFD-43104AB2E0CF}"/>
          </ac:spMkLst>
        </pc:spChg>
        <pc:spChg chg="add">
          <ac:chgData name="Adam KISS" userId="92690cd7-8256-4558-9713-a350ecd06f5d" providerId="ADAL" clId="{1BAFFECD-D84F-42FD-B99D-959BD41EAA73}" dt="2024-02-12T09:19:34.808" v="316" actId="26606"/>
          <ac:spMkLst>
            <pc:docMk/>
            <pc:sldMk cId="1661451459" sldId="257"/>
            <ac:spMk id="10" creationId="{C4285719-470E-454C-AF62-8323075F1F5B}"/>
          </ac:spMkLst>
        </pc:spChg>
        <pc:spChg chg="add">
          <ac:chgData name="Adam KISS" userId="92690cd7-8256-4558-9713-a350ecd06f5d" providerId="ADAL" clId="{1BAFFECD-D84F-42FD-B99D-959BD41EAA73}" dt="2024-02-12T09:19:34.808" v="316" actId="26606"/>
          <ac:spMkLst>
            <pc:docMk/>
            <pc:sldMk cId="1661451459" sldId="257"/>
            <ac:spMk id="12" creationId="{CD9FE4EF-C4D8-49A0-B2FF-81D8DB7D8A24}"/>
          </ac:spMkLst>
        </pc:spChg>
        <pc:spChg chg="add">
          <ac:chgData name="Adam KISS" userId="92690cd7-8256-4558-9713-a350ecd06f5d" providerId="ADAL" clId="{1BAFFECD-D84F-42FD-B99D-959BD41EAA73}" dt="2024-02-12T09:19:34.808" v="316" actId="26606"/>
          <ac:spMkLst>
            <pc:docMk/>
            <pc:sldMk cId="1661451459" sldId="257"/>
            <ac:spMk id="14" creationId="{4300840D-0A0B-4512-BACA-B439D5B9C57C}"/>
          </ac:spMkLst>
        </pc:spChg>
        <pc:spChg chg="add">
          <ac:chgData name="Adam KISS" userId="92690cd7-8256-4558-9713-a350ecd06f5d" providerId="ADAL" clId="{1BAFFECD-D84F-42FD-B99D-959BD41EAA73}" dt="2024-02-12T09:19:34.808" v="316" actId="26606"/>
          <ac:spMkLst>
            <pc:docMk/>
            <pc:sldMk cId="1661451459" sldId="257"/>
            <ac:spMk id="16" creationId="{D2B78728-A580-49A7-84F9-6EF6F583ADE0}"/>
          </ac:spMkLst>
        </pc:spChg>
        <pc:spChg chg="add">
          <ac:chgData name="Adam KISS" userId="92690cd7-8256-4558-9713-a350ecd06f5d" providerId="ADAL" clId="{1BAFFECD-D84F-42FD-B99D-959BD41EAA73}" dt="2024-02-12T09:19:34.808" v="316" actId="26606"/>
          <ac:spMkLst>
            <pc:docMk/>
            <pc:sldMk cId="1661451459" sldId="257"/>
            <ac:spMk id="18" creationId="{38FAA1A1-D861-433F-88FA-1E9D6FD31D11}"/>
          </ac:spMkLst>
        </pc:spChg>
        <pc:spChg chg="add">
          <ac:chgData name="Adam KISS" userId="92690cd7-8256-4558-9713-a350ecd06f5d" providerId="ADAL" clId="{1BAFFECD-D84F-42FD-B99D-959BD41EAA73}" dt="2024-02-12T09:19:34.808" v="316" actId="26606"/>
          <ac:spMkLst>
            <pc:docMk/>
            <pc:sldMk cId="1661451459" sldId="257"/>
            <ac:spMk id="20" creationId="{8D71EDA1-87BF-4D5D-AB79-F346FD19278A}"/>
          </ac:spMkLst>
        </pc:spChg>
      </pc:sldChg>
      <pc:sldChg chg="addSp modSp mod setBg">
        <pc:chgData name="Adam KISS" userId="92690cd7-8256-4558-9713-a350ecd06f5d" providerId="ADAL" clId="{1BAFFECD-D84F-42FD-B99D-959BD41EAA73}" dt="2024-02-12T09:19:37.566" v="317" actId="26606"/>
        <pc:sldMkLst>
          <pc:docMk/>
          <pc:sldMk cId="2788267771" sldId="258"/>
        </pc:sldMkLst>
        <pc:spChg chg="mod">
          <ac:chgData name="Adam KISS" userId="92690cd7-8256-4558-9713-a350ecd06f5d" providerId="ADAL" clId="{1BAFFECD-D84F-42FD-B99D-959BD41EAA73}" dt="2024-02-12T09:19:37.566" v="317" actId="26606"/>
          <ac:spMkLst>
            <pc:docMk/>
            <pc:sldMk cId="2788267771" sldId="258"/>
            <ac:spMk id="2" creationId="{B4E28A28-1998-929C-153A-12D48B32EF9C}"/>
          </ac:spMkLst>
        </pc:spChg>
        <pc:spChg chg="mod">
          <ac:chgData name="Adam KISS" userId="92690cd7-8256-4558-9713-a350ecd06f5d" providerId="ADAL" clId="{1BAFFECD-D84F-42FD-B99D-959BD41EAA73}" dt="2024-02-12T09:19:37.566" v="317" actId="26606"/>
          <ac:spMkLst>
            <pc:docMk/>
            <pc:sldMk cId="2788267771" sldId="258"/>
            <ac:spMk id="3" creationId="{796D2D13-DA23-EC62-4072-1F12D19DFBBB}"/>
          </ac:spMkLst>
        </pc:spChg>
        <pc:spChg chg="add">
          <ac:chgData name="Adam KISS" userId="92690cd7-8256-4558-9713-a350ecd06f5d" providerId="ADAL" clId="{1BAFFECD-D84F-42FD-B99D-959BD41EAA73}" dt="2024-02-12T09:19:37.566" v="317" actId="26606"/>
          <ac:spMkLst>
            <pc:docMk/>
            <pc:sldMk cId="2788267771" sldId="258"/>
            <ac:spMk id="8" creationId="{09588DA8-065E-4F6F-8EFD-43104AB2E0CF}"/>
          </ac:spMkLst>
        </pc:spChg>
        <pc:spChg chg="add">
          <ac:chgData name="Adam KISS" userId="92690cd7-8256-4558-9713-a350ecd06f5d" providerId="ADAL" clId="{1BAFFECD-D84F-42FD-B99D-959BD41EAA73}" dt="2024-02-12T09:19:37.566" v="317" actId="26606"/>
          <ac:spMkLst>
            <pc:docMk/>
            <pc:sldMk cId="2788267771" sldId="258"/>
            <ac:spMk id="10" creationId="{C4285719-470E-454C-AF62-8323075F1F5B}"/>
          </ac:spMkLst>
        </pc:spChg>
        <pc:spChg chg="add">
          <ac:chgData name="Adam KISS" userId="92690cd7-8256-4558-9713-a350ecd06f5d" providerId="ADAL" clId="{1BAFFECD-D84F-42FD-B99D-959BD41EAA73}" dt="2024-02-12T09:19:37.566" v="317" actId="26606"/>
          <ac:spMkLst>
            <pc:docMk/>
            <pc:sldMk cId="2788267771" sldId="258"/>
            <ac:spMk id="12" creationId="{CD9FE4EF-C4D8-49A0-B2FF-81D8DB7D8A24}"/>
          </ac:spMkLst>
        </pc:spChg>
        <pc:spChg chg="add">
          <ac:chgData name="Adam KISS" userId="92690cd7-8256-4558-9713-a350ecd06f5d" providerId="ADAL" clId="{1BAFFECD-D84F-42FD-B99D-959BD41EAA73}" dt="2024-02-12T09:19:37.566" v="317" actId="26606"/>
          <ac:spMkLst>
            <pc:docMk/>
            <pc:sldMk cId="2788267771" sldId="258"/>
            <ac:spMk id="14" creationId="{4300840D-0A0B-4512-BACA-B439D5B9C57C}"/>
          </ac:spMkLst>
        </pc:spChg>
        <pc:spChg chg="add">
          <ac:chgData name="Adam KISS" userId="92690cd7-8256-4558-9713-a350ecd06f5d" providerId="ADAL" clId="{1BAFFECD-D84F-42FD-B99D-959BD41EAA73}" dt="2024-02-12T09:19:37.566" v="317" actId="26606"/>
          <ac:spMkLst>
            <pc:docMk/>
            <pc:sldMk cId="2788267771" sldId="258"/>
            <ac:spMk id="16" creationId="{D2B78728-A580-49A7-84F9-6EF6F583ADE0}"/>
          </ac:spMkLst>
        </pc:spChg>
        <pc:spChg chg="add">
          <ac:chgData name="Adam KISS" userId="92690cd7-8256-4558-9713-a350ecd06f5d" providerId="ADAL" clId="{1BAFFECD-D84F-42FD-B99D-959BD41EAA73}" dt="2024-02-12T09:19:37.566" v="317" actId="26606"/>
          <ac:spMkLst>
            <pc:docMk/>
            <pc:sldMk cId="2788267771" sldId="258"/>
            <ac:spMk id="18" creationId="{38FAA1A1-D861-433F-88FA-1E9D6FD31D11}"/>
          </ac:spMkLst>
        </pc:spChg>
        <pc:spChg chg="add">
          <ac:chgData name="Adam KISS" userId="92690cd7-8256-4558-9713-a350ecd06f5d" providerId="ADAL" clId="{1BAFFECD-D84F-42FD-B99D-959BD41EAA73}" dt="2024-02-12T09:19:37.566" v="317" actId="26606"/>
          <ac:spMkLst>
            <pc:docMk/>
            <pc:sldMk cId="2788267771" sldId="258"/>
            <ac:spMk id="20" creationId="{8D71EDA1-87BF-4D5D-AB79-F346FD19278A}"/>
          </ac:spMkLst>
        </pc:spChg>
      </pc:sldChg>
      <pc:sldChg chg="addSp modSp mod setBg">
        <pc:chgData name="Adam KISS" userId="92690cd7-8256-4558-9713-a350ecd06f5d" providerId="ADAL" clId="{1BAFFECD-D84F-42FD-B99D-959BD41EAA73}" dt="2024-02-12T09:21:53.290" v="361" actId="20577"/>
        <pc:sldMkLst>
          <pc:docMk/>
          <pc:sldMk cId="189099179" sldId="259"/>
        </pc:sldMkLst>
        <pc:spChg chg="mod">
          <ac:chgData name="Adam KISS" userId="92690cd7-8256-4558-9713-a350ecd06f5d" providerId="ADAL" clId="{1BAFFECD-D84F-42FD-B99D-959BD41EAA73}" dt="2024-02-12T09:21:53.290" v="361" actId="20577"/>
          <ac:spMkLst>
            <pc:docMk/>
            <pc:sldMk cId="189099179" sldId="259"/>
            <ac:spMk id="2" creationId="{BD640D23-1F77-57E9-A357-F668262CC78E}"/>
          </ac:spMkLst>
        </pc:spChg>
        <pc:spChg chg="mod">
          <ac:chgData name="Adam KISS" userId="92690cd7-8256-4558-9713-a350ecd06f5d" providerId="ADAL" clId="{1BAFFECD-D84F-42FD-B99D-959BD41EAA73}" dt="2024-02-12T09:21:50.287" v="355" actId="26606"/>
          <ac:spMkLst>
            <pc:docMk/>
            <pc:sldMk cId="189099179" sldId="259"/>
            <ac:spMk id="3" creationId="{76C05BC1-83AB-7F12-21A1-1BF1FEF02987}"/>
          </ac:spMkLst>
        </pc:spChg>
        <pc:spChg chg="add">
          <ac:chgData name="Adam KISS" userId="92690cd7-8256-4558-9713-a350ecd06f5d" providerId="ADAL" clId="{1BAFFECD-D84F-42FD-B99D-959BD41EAA73}" dt="2024-02-12T09:21:50.287" v="355" actId="26606"/>
          <ac:spMkLst>
            <pc:docMk/>
            <pc:sldMk cId="189099179" sldId="259"/>
            <ac:spMk id="8" creationId="{09588DA8-065E-4F6F-8EFD-43104AB2E0CF}"/>
          </ac:spMkLst>
        </pc:spChg>
        <pc:spChg chg="add">
          <ac:chgData name="Adam KISS" userId="92690cd7-8256-4558-9713-a350ecd06f5d" providerId="ADAL" clId="{1BAFFECD-D84F-42FD-B99D-959BD41EAA73}" dt="2024-02-12T09:21:50.287" v="355" actId="26606"/>
          <ac:spMkLst>
            <pc:docMk/>
            <pc:sldMk cId="189099179" sldId="259"/>
            <ac:spMk id="10" creationId="{C4285719-470E-454C-AF62-8323075F1F5B}"/>
          </ac:spMkLst>
        </pc:spChg>
        <pc:spChg chg="add">
          <ac:chgData name="Adam KISS" userId="92690cd7-8256-4558-9713-a350ecd06f5d" providerId="ADAL" clId="{1BAFFECD-D84F-42FD-B99D-959BD41EAA73}" dt="2024-02-12T09:21:50.287" v="355" actId="26606"/>
          <ac:spMkLst>
            <pc:docMk/>
            <pc:sldMk cId="189099179" sldId="259"/>
            <ac:spMk id="12" creationId="{CD9FE4EF-C4D8-49A0-B2FF-81D8DB7D8A24}"/>
          </ac:spMkLst>
        </pc:spChg>
        <pc:spChg chg="add">
          <ac:chgData name="Adam KISS" userId="92690cd7-8256-4558-9713-a350ecd06f5d" providerId="ADAL" clId="{1BAFFECD-D84F-42FD-B99D-959BD41EAA73}" dt="2024-02-12T09:21:50.287" v="355" actId="26606"/>
          <ac:spMkLst>
            <pc:docMk/>
            <pc:sldMk cId="189099179" sldId="259"/>
            <ac:spMk id="14" creationId="{4300840D-0A0B-4512-BACA-B439D5B9C57C}"/>
          </ac:spMkLst>
        </pc:spChg>
        <pc:spChg chg="add">
          <ac:chgData name="Adam KISS" userId="92690cd7-8256-4558-9713-a350ecd06f5d" providerId="ADAL" clId="{1BAFFECD-D84F-42FD-B99D-959BD41EAA73}" dt="2024-02-12T09:21:50.287" v="355" actId="26606"/>
          <ac:spMkLst>
            <pc:docMk/>
            <pc:sldMk cId="189099179" sldId="259"/>
            <ac:spMk id="16" creationId="{D2B78728-A580-49A7-84F9-6EF6F583ADE0}"/>
          </ac:spMkLst>
        </pc:spChg>
        <pc:spChg chg="add">
          <ac:chgData name="Adam KISS" userId="92690cd7-8256-4558-9713-a350ecd06f5d" providerId="ADAL" clId="{1BAFFECD-D84F-42FD-B99D-959BD41EAA73}" dt="2024-02-12T09:21:50.287" v="355" actId="26606"/>
          <ac:spMkLst>
            <pc:docMk/>
            <pc:sldMk cId="189099179" sldId="259"/>
            <ac:spMk id="18" creationId="{38FAA1A1-D861-433F-88FA-1E9D6FD31D11}"/>
          </ac:spMkLst>
        </pc:spChg>
        <pc:spChg chg="add">
          <ac:chgData name="Adam KISS" userId="92690cd7-8256-4558-9713-a350ecd06f5d" providerId="ADAL" clId="{1BAFFECD-D84F-42FD-B99D-959BD41EAA73}" dt="2024-02-12T09:21:50.287" v="355" actId="26606"/>
          <ac:spMkLst>
            <pc:docMk/>
            <pc:sldMk cId="189099179" sldId="259"/>
            <ac:spMk id="20" creationId="{8D71EDA1-87BF-4D5D-AB79-F346FD19278A}"/>
          </ac:spMkLst>
        </pc:spChg>
      </pc:sldChg>
      <pc:sldChg chg="addSp delSp modSp new mod setBg">
        <pc:chgData name="Adam KISS" userId="92690cd7-8256-4558-9713-a350ecd06f5d" providerId="ADAL" clId="{1BAFFECD-D84F-42FD-B99D-959BD41EAA73}" dt="2024-02-12T09:20:50.918" v="334" actId="26606"/>
        <pc:sldMkLst>
          <pc:docMk/>
          <pc:sldMk cId="3754832280" sldId="260"/>
        </pc:sldMkLst>
        <pc:spChg chg="mod">
          <ac:chgData name="Adam KISS" userId="92690cd7-8256-4558-9713-a350ecd06f5d" providerId="ADAL" clId="{1BAFFECD-D84F-42FD-B99D-959BD41EAA73}" dt="2024-02-12T09:20:22.811" v="330" actId="26606"/>
          <ac:spMkLst>
            <pc:docMk/>
            <pc:sldMk cId="3754832280" sldId="260"/>
            <ac:spMk id="2" creationId="{876D10AE-B0A1-3D38-F257-51150310C2FD}"/>
          </ac:spMkLst>
        </pc:spChg>
        <pc:spChg chg="del">
          <ac:chgData name="Adam KISS" userId="92690cd7-8256-4558-9713-a350ecd06f5d" providerId="ADAL" clId="{1BAFFECD-D84F-42FD-B99D-959BD41EAA73}" dt="2024-02-12T08:35:44.496" v="17" actId="22"/>
          <ac:spMkLst>
            <pc:docMk/>
            <pc:sldMk cId="3754832280" sldId="260"/>
            <ac:spMk id="3" creationId="{067E23BD-D1E4-5F4D-A5C2-ACA3B1F12557}"/>
          </ac:spMkLst>
        </pc:spChg>
        <pc:spChg chg="add del mod">
          <ac:chgData name="Adam KISS" userId="92690cd7-8256-4558-9713-a350ecd06f5d" providerId="ADAL" clId="{1BAFFECD-D84F-42FD-B99D-959BD41EAA73}" dt="2024-02-12T08:37:04.804" v="38"/>
          <ac:spMkLst>
            <pc:docMk/>
            <pc:sldMk cId="3754832280" sldId="260"/>
            <ac:spMk id="6" creationId="{9AACC6E7-B1F4-FCC6-7F5B-27709EE8205A}"/>
          </ac:spMkLst>
        </pc:spChg>
        <pc:spChg chg="add">
          <ac:chgData name="Adam KISS" userId="92690cd7-8256-4558-9713-a350ecd06f5d" providerId="ADAL" clId="{1BAFFECD-D84F-42FD-B99D-959BD41EAA73}" dt="2024-02-12T08:36:51.743" v="32"/>
          <ac:spMkLst>
            <pc:docMk/>
            <pc:sldMk cId="3754832280" sldId="260"/>
            <ac:spMk id="7" creationId="{52DDE975-B22F-4F2B-645C-9251C12B4546}"/>
          </ac:spMkLst>
        </pc:spChg>
        <pc:spChg chg="add del mod">
          <ac:chgData name="Adam KISS" userId="92690cd7-8256-4558-9713-a350ecd06f5d" providerId="ADAL" clId="{1BAFFECD-D84F-42FD-B99D-959BD41EAA73}" dt="2024-02-12T08:37:04.804" v="36" actId="478"/>
          <ac:spMkLst>
            <pc:docMk/>
            <pc:sldMk cId="3754832280" sldId="260"/>
            <ac:spMk id="8" creationId="{DEFF58D3-0CB0-09C6-FFD2-F6308E4E43A8}"/>
          </ac:spMkLst>
        </pc:spChg>
        <pc:spChg chg="add mod ord">
          <ac:chgData name="Adam KISS" userId="92690cd7-8256-4558-9713-a350ecd06f5d" providerId="ADAL" clId="{1BAFFECD-D84F-42FD-B99D-959BD41EAA73}" dt="2024-02-12T09:20:50.918" v="334" actId="26606"/>
          <ac:spMkLst>
            <pc:docMk/>
            <pc:sldMk cId="3754832280" sldId="260"/>
            <ac:spMk id="9" creationId="{1BD92A2B-368F-DBCE-0276-9D335A8B70A8}"/>
          </ac:spMkLst>
        </pc:spChg>
        <pc:spChg chg="add del">
          <ac:chgData name="Adam KISS" userId="92690cd7-8256-4558-9713-a350ecd06f5d" providerId="ADAL" clId="{1BAFFECD-D84F-42FD-B99D-959BD41EAA73}" dt="2024-02-12T09:19:43.488" v="319" actId="26606"/>
          <ac:spMkLst>
            <pc:docMk/>
            <pc:sldMk cId="3754832280" sldId="260"/>
            <ac:spMk id="14" creationId="{2596F992-698C-48C0-9D89-70DA4CE927EF}"/>
          </ac:spMkLst>
        </pc:spChg>
        <pc:spChg chg="add del">
          <ac:chgData name="Adam KISS" userId="92690cd7-8256-4558-9713-a350ecd06f5d" providerId="ADAL" clId="{1BAFFECD-D84F-42FD-B99D-959BD41EAA73}" dt="2024-02-12T09:19:43.488" v="319" actId="26606"/>
          <ac:spMkLst>
            <pc:docMk/>
            <pc:sldMk cId="3754832280" sldId="260"/>
            <ac:spMk id="16" creationId="{E7BFF8DC-0AE7-4AD2-9B28-2E5F26D62C30}"/>
          </ac:spMkLst>
        </pc:spChg>
        <pc:spChg chg="add del">
          <ac:chgData name="Adam KISS" userId="92690cd7-8256-4558-9713-a350ecd06f5d" providerId="ADAL" clId="{1BAFFECD-D84F-42FD-B99D-959BD41EAA73}" dt="2024-02-12T09:19:43.488" v="319" actId="26606"/>
          <ac:spMkLst>
            <pc:docMk/>
            <pc:sldMk cId="3754832280" sldId="260"/>
            <ac:spMk id="18" creationId="{7E0162AD-C6E5-4BF8-A453-76ADB36877D3}"/>
          </ac:spMkLst>
        </pc:spChg>
        <pc:spChg chg="add del">
          <ac:chgData name="Adam KISS" userId="92690cd7-8256-4558-9713-a350ecd06f5d" providerId="ADAL" clId="{1BAFFECD-D84F-42FD-B99D-959BD41EAA73}" dt="2024-02-12T09:19:46.169" v="321" actId="26606"/>
          <ac:spMkLst>
            <pc:docMk/>
            <pc:sldMk cId="3754832280" sldId="260"/>
            <ac:spMk id="20" creationId="{66E48AFA-8884-4F68-A44F-D2C1E8609C5A}"/>
          </ac:spMkLst>
        </pc:spChg>
        <pc:spChg chg="add del">
          <ac:chgData name="Adam KISS" userId="92690cd7-8256-4558-9713-a350ecd06f5d" providerId="ADAL" clId="{1BAFFECD-D84F-42FD-B99D-959BD41EAA73}" dt="2024-02-12T09:19:46.169" v="321" actId="26606"/>
          <ac:spMkLst>
            <pc:docMk/>
            <pc:sldMk cId="3754832280" sldId="260"/>
            <ac:spMk id="21" creationId="{969D19A6-08CB-498C-93EC-3FFB021FC68A}"/>
          </ac:spMkLst>
        </pc:spChg>
        <pc:spChg chg="add del">
          <ac:chgData name="Adam KISS" userId="92690cd7-8256-4558-9713-a350ecd06f5d" providerId="ADAL" clId="{1BAFFECD-D84F-42FD-B99D-959BD41EAA73}" dt="2024-02-12T09:20:22.811" v="330" actId="26606"/>
          <ac:spMkLst>
            <pc:docMk/>
            <pc:sldMk cId="3754832280" sldId="260"/>
            <ac:spMk id="23" creationId="{2596F992-698C-48C0-9D89-70DA4CE927EF}"/>
          </ac:spMkLst>
        </pc:spChg>
        <pc:spChg chg="add del">
          <ac:chgData name="Adam KISS" userId="92690cd7-8256-4558-9713-a350ecd06f5d" providerId="ADAL" clId="{1BAFFECD-D84F-42FD-B99D-959BD41EAA73}" dt="2024-02-12T09:20:22.811" v="330" actId="26606"/>
          <ac:spMkLst>
            <pc:docMk/>
            <pc:sldMk cId="3754832280" sldId="260"/>
            <ac:spMk id="24" creationId="{A344AAA5-41F4-4862-97EF-688D31DC7567}"/>
          </ac:spMkLst>
        </pc:spChg>
        <pc:spChg chg="add del">
          <ac:chgData name="Adam KISS" userId="92690cd7-8256-4558-9713-a350ecd06f5d" providerId="ADAL" clId="{1BAFFECD-D84F-42FD-B99D-959BD41EAA73}" dt="2024-02-12T09:20:22.811" v="330" actId="26606"/>
          <ac:spMkLst>
            <pc:docMk/>
            <pc:sldMk cId="3754832280" sldId="260"/>
            <ac:spMk id="25" creationId="{69E1A62C-2AAF-4B3E-8CDB-65E237080997}"/>
          </ac:spMkLst>
        </pc:spChg>
        <pc:spChg chg="add del">
          <ac:chgData name="Adam KISS" userId="92690cd7-8256-4558-9713-a350ecd06f5d" providerId="ADAL" clId="{1BAFFECD-D84F-42FD-B99D-959BD41EAA73}" dt="2024-02-12T09:20:22.807" v="329" actId="26606"/>
          <ac:spMkLst>
            <pc:docMk/>
            <pc:sldMk cId="3754832280" sldId="260"/>
            <ac:spMk id="30" creationId="{2596F992-698C-48C0-9D89-70DA4CE927EF}"/>
          </ac:spMkLst>
        </pc:spChg>
        <pc:spChg chg="add del">
          <ac:chgData name="Adam KISS" userId="92690cd7-8256-4558-9713-a350ecd06f5d" providerId="ADAL" clId="{1BAFFECD-D84F-42FD-B99D-959BD41EAA73}" dt="2024-02-12T09:20:22.807" v="329" actId="26606"/>
          <ac:spMkLst>
            <pc:docMk/>
            <pc:sldMk cId="3754832280" sldId="260"/>
            <ac:spMk id="32" creationId="{E7BFF8DC-0AE7-4AD2-9B28-2E5F26D62C30}"/>
          </ac:spMkLst>
        </pc:spChg>
        <pc:spChg chg="add del">
          <ac:chgData name="Adam KISS" userId="92690cd7-8256-4558-9713-a350ecd06f5d" providerId="ADAL" clId="{1BAFFECD-D84F-42FD-B99D-959BD41EAA73}" dt="2024-02-12T09:20:22.807" v="329" actId="26606"/>
          <ac:spMkLst>
            <pc:docMk/>
            <pc:sldMk cId="3754832280" sldId="260"/>
            <ac:spMk id="34" creationId="{7E0162AD-C6E5-4BF8-A453-76ADB36877D3}"/>
          </ac:spMkLst>
        </pc:spChg>
        <pc:spChg chg="add del">
          <ac:chgData name="Adam KISS" userId="92690cd7-8256-4558-9713-a350ecd06f5d" providerId="ADAL" clId="{1BAFFECD-D84F-42FD-B99D-959BD41EAA73}" dt="2024-02-12T09:20:50.918" v="334" actId="26606"/>
          <ac:spMkLst>
            <pc:docMk/>
            <pc:sldMk cId="3754832280" sldId="260"/>
            <ac:spMk id="36" creationId="{979E27D9-03C7-44E2-9FF8-15D0C8506AF7}"/>
          </ac:spMkLst>
        </pc:spChg>
        <pc:spChg chg="add del">
          <ac:chgData name="Adam KISS" userId="92690cd7-8256-4558-9713-a350ecd06f5d" providerId="ADAL" clId="{1BAFFECD-D84F-42FD-B99D-959BD41EAA73}" dt="2024-02-12T09:20:50.918" v="334" actId="26606"/>
          <ac:spMkLst>
            <pc:docMk/>
            <pc:sldMk cId="3754832280" sldId="260"/>
            <ac:spMk id="37" creationId="{EEBF1590-3B36-48EE-A89D-3B6F3CB256AB}"/>
          </ac:spMkLst>
        </pc:spChg>
        <pc:spChg chg="add del">
          <ac:chgData name="Adam KISS" userId="92690cd7-8256-4558-9713-a350ecd06f5d" providerId="ADAL" clId="{1BAFFECD-D84F-42FD-B99D-959BD41EAA73}" dt="2024-02-12T09:20:50.918" v="334" actId="26606"/>
          <ac:spMkLst>
            <pc:docMk/>
            <pc:sldMk cId="3754832280" sldId="260"/>
            <ac:spMk id="38" creationId="{AC8F6C8C-AB5A-4548-942D-E3FD40ACBC49}"/>
          </ac:spMkLst>
        </pc:spChg>
        <pc:spChg chg="add">
          <ac:chgData name="Adam KISS" userId="92690cd7-8256-4558-9713-a350ecd06f5d" providerId="ADAL" clId="{1BAFFECD-D84F-42FD-B99D-959BD41EAA73}" dt="2024-02-12T09:20:50.918" v="334" actId="26606"/>
          <ac:spMkLst>
            <pc:docMk/>
            <pc:sldMk cId="3754832280" sldId="260"/>
            <ac:spMk id="43" creationId="{979E27D9-03C7-44E2-9FF8-15D0C8506AF7}"/>
          </ac:spMkLst>
        </pc:spChg>
        <pc:spChg chg="add">
          <ac:chgData name="Adam KISS" userId="92690cd7-8256-4558-9713-a350ecd06f5d" providerId="ADAL" clId="{1BAFFECD-D84F-42FD-B99D-959BD41EAA73}" dt="2024-02-12T09:20:50.918" v="334" actId="26606"/>
          <ac:spMkLst>
            <pc:docMk/>
            <pc:sldMk cId="3754832280" sldId="260"/>
            <ac:spMk id="45" creationId="{EEBF1590-3B36-48EE-A89D-3B6F3CB256AB}"/>
          </ac:spMkLst>
        </pc:spChg>
        <pc:spChg chg="add">
          <ac:chgData name="Adam KISS" userId="92690cd7-8256-4558-9713-a350ecd06f5d" providerId="ADAL" clId="{1BAFFECD-D84F-42FD-B99D-959BD41EAA73}" dt="2024-02-12T09:20:50.918" v="334" actId="26606"/>
          <ac:spMkLst>
            <pc:docMk/>
            <pc:sldMk cId="3754832280" sldId="260"/>
            <ac:spMk id="47" creationId="{AC8F6C8C-AB5A-4548-942D-E3FD40ACBC49}"/>
          </ac:spMkLst>
        </pc:spChg>
        <pc:picChg chg="add mod ord">
          <ac:chgData name="Adam KISS" userId="92690cd7-8256-4558-9713-a350ecd06f5d" providerId="ADAL" clId="{1BAFFECD-D84F-42FD-B99D-959BD41EAA73}" dt="2024-02-12T09:20:50.918" v="334" actId="26606"/>
          <ac:picMkLst>
            <pc:docMk/>
            <pc:sldMk cId="3754832280" sldId="260"/>
            <ac:picMk id="5" creationId="{AC854419-1F6C-FB8C-3FF8-646C3A16190D}"/>
          </ac:picMkLst>
        </pc:picChg>
      </pc:sldChg>
      <pc:sldChg chg="addSp delSp modSp new mod setBg">
        <pc:chgData name="Adam KISS" userId="92690cd7-8256-4558-9713-a350ecd06f5d" providerId="ADAL" clId="{1BAFFECD-D84F-42FD-B99D-959BD41EAA73}" dt="2024-02-12T09:20:53.259" v="335" actId="26606"/>
        <pc:sldMkLst>
          <pc:docMk/>
          <pc:sldMk cId="1484279219" sldId="261"/>
        </pc:sldMkLst>
        <pc:spChg chg="mod">
          <ac:chgData name="Adam KISS" userId="92690cd7-8256-4558-9713-a350ecd06f5d" providerId="ADAL" clId="{1BAFFECD-D84F-42FD-B99D-959BD41EAA73}" dt="2024-02-12T09:20:53.259" v="335" actId="26606"/>
          <ac:spMkLst>
            <pc:docMk/>
            <pc:sldMk cId="1484279219" sldId="261"/>
            <ac:spMk id="2" creationId="{EF37D6D5-C828-E4C1-BF71-B5D92932981A}"/>
          </ac:spMkLst>
        </pc:spChg>
        <pc:spChg chg="del">
          <ac:chgData name="Adam KISS" userId="92690cd7-8256-4558-9713-a350ecd06f5d" providerId="ADAL" clId="{1BAFFECD-D84F-42FD-B99D-959BD41EAA73}" dt="2024-02-12T08:39:03.541" v="83"/>
          <ac:spMkLst>
            <pc:docMk/>
            <pc:sldMk cId="1484279219" sldId="261"/>
            <ac:spMk id="3" creationId="{F16B73E0-8424-1FAF-55AD-3E56F0401134}"/>
          </ac:spMkLst>
        </pc:spChg>
        <pc:spChg chg="add del mod">
          <ac:chgData name="Adam KISS" userId="92690cd7-8256-4558-9713-a350ecd06f5d" providerId="ADAL" clId="{1BAFFECD-D84F-42FD-B99D-959BD41EAA73}" dt="2024-02-12T08:39:19.573" v="89" actId="478"/>
          <ac:spMkLst>
            <pc:docMk/>
            <pc:sldMk cId="1484279219" sldId="261"/>
            <ac:spMk id="4" creationId="{5FD8D59F-587A-B203-903A-442AED34CA9C}"/>
          </ac:spMkLst>
        </pc:spChg>
        <pc:spChg chg="add del mod">
          <ac:chgData name="Adam KISS" userId="92690cd7-8256-4558-9713-a350ecd06f5d" providerId="ADAL" clId="{1BAFFECD-D84F-42FD-B99D-959BD41EAA73}" dt="2024-02-12T08:39:32.340" v="96"/>
          <ac:spMkLst>
            <pc:docMk/>
            <pc:sldMk cId="1484279219" sldId="261"/>
            <ac:spMk id="5" creationId="{AD47A502-8979-19BE-1423-FDCD5A8DAEC7}"/>
          </ac:spMkLst>
        </pc:spChg>
        <pc:spChg chg="add del mod">
          <ac:chgData name="Adam KISS" userId="92690cd7-8256-4558-9713-a350ecd06f5d" providerId="ADAL" clId="{1BAFFECD-D84F-42FD-B99D-959BD41EAA73}" dt="2024-02-12T08:39:32.340" v="94" actId="478"/>
          <ac:spMkLst>
            <pc:docMk/>
            <pc:sldMk cId="1484279219" sldId="261"/>
            <ac:spMk id="6" creationId="{D1DDB8B1-6928-3539-D051-5CBA9F97B1F8}"/>
          </ac:spMkLst>
        </pc:spChg>
        <pc:spChg chg="add mod">
          <ac:chgData name="Adam KISS" userId="92690cd7-8256-4558-9713-a350ecd06f5d" providerId="ADAL" clId="{1BAFFECD-D84F-42FD-B99D-959BD41EAA73}" dt="2024-02-12T09:20:53.259" v="335" actId="26606"/>
          <ac:spMkLst>
            <pc:docMk/>
            <pc:sldMk cId="1484279219" sldId="261"/>
            <ac:spMk id="7" creationId="{D970C3CA-4E8A-6A79-719D-90EA2CFBEEB1}"/>
          </ac:spMkLst>
        </pc:spChg>
        <pc:spChg chg="add del">
          <ac:chgData name="Adam KISS" userId="92690cd7-8256-4558-9713-a350ecd06f5d" providerId="ADAL" clId="{1BAFFECD-D84F-42FD-B99D-959BD41EAA73}" dt="2024-02-12T09:20:53.259" v="335" actId="26606"/>
          <ac:spMkLst>
            <pc:docMk/>
            <pc:sldMk cId="1484279219" sldId="261"/>
            <ac:spMk id="2055" creationId="{2596F992-698C-48C0-9D89-70DA4CE927EF}"/>
          </ac:spMkLst>
        </pc:spChg>
        <pc:spChg chg="add del">
          <ac:chgData name="Adam KISS" userId="92690cd7-8256-4558-9713-a350ecd06f5d" providerId="ADAL" clId="{1BAFFECD-D84F-42FD-B99D-959BD41EAA73}" dt="2024-02-12T09:20:53.259" v="335" actId="26606"/>
          <ac:spMkLst>
            <pc:docMk/>
            <pc:sldMk cId="1484279219" sldId="261"/>
            <ac:spMk id="2057" creationId="{A344AAA5-41F4-4862-97EF-688D31DC7567}"/>
          </ac:spMkLst>
        </pc:spChg>
        <pc:spChg chg="add del">
          <ac:chgData name="Adam KISS" userId="92690cd7-8256-4558-9713-a350ecd06f5d" providerId="ADAL" clId="{1BAFFECD-D84F-42FD-B99D-959BD41EAA73}" dt="2024-02-12T09:20:53.259" v="335" actId="26606"/>
          <ac:spMkLst>
            <pc:docMk/>
            <pc:sldMk cId="1484279219" sldId="261"/>
            <ac:spMk id="2059" creationId="{69E1A62C-2AAF-4B3E-8CDB-65E237080997}"/>
          </ac:spMkLst>
        </pc:spChg>
        <pc:spChg chg="add">
          <ac:chgData name="Adam KISS" userId="92690cd7-8256-4558-9713-a350ecd06f5d" providerId="ADAL" clId="{1BAFFECD-D84F-42FD-B99D-959BD41EAA73}" dt="2024-02-12T09:20:53.259" v="335" actId="26606"/>
          <ac:spMkLst>
            <pc:docMk/>
            <pc:sldMk cId="1484279219" sldId="261"/>
            <ac:spMk id="2064" creationId="{979E27D9-03C7-44E2-9FF8-15D0C8506AF7}"/>
          </ac:spMkLst>
        </pc:spChg>
        <pc:spChg chg="add">
          <ac:chgData name="Adam KISS" userId="92690cd7-8256-4558-9713-a350ecd06f5d" providerId="ADAL" clId="{1BAFFECD-D84F-42FD-B99D-959BD41EAA73}" dt="2024-02-12T09:20:53.259" v="335" actId="26606"/>
          <ac:spMkLst>
            <pc:docMk/>
            <pc:sldMk cId="1484279219" sldId="261"/>
            <ac:spMk id="2066" creationId="{EEBF1590-3B36-48EE-A89D-3B6F3CB256AB}"/>
          </ac:spMkLst>
        </pc:spChg>
        <pc:spChg chg="add">
          <ac:chgData name="Adam KISS" userId="92690cd7-8256-4558-9713-a350ecd06f5d" providerId="ADAL" clId="{1BAFFECD-D84F-42FD-B99D-959BD41EAA73}" dt="2024-02-12T09:20:53.259" v="335" actId="26606"/>
          <ac:spMkLst>
            <pc:docMk/>
            <pc:sldMk cId="1484279219" sldId="261"/>
            <ac:spMk id="2068" creationId="{AC8F6C8C-AB5A-4548-942D-E3FD40ACBC49}"/>
          </ac:spMkLst>
        </pc:spChg>
        <pc:picChg chg="add mod ord">
          <ac:chgData name="Adam KISS" userId="92690cd7-8256-4558-9713-a350ecd06f5d" providerId="ADAL" clId="{1BAFFECD-D84F-42FD-B99D-959BD41EAA73}" dt="2024-02-12T09:20:53.259" v="335" actId="26606"/>
          <ac:picMkLst>
            <pc:docMk/>
            <pc:sldMk cId="1484279219" sldId="261"/>
            <ac:picMk id="2050" creationId="{C08797FB-6B11-F0CC-55B7-9F8AD084FD01}"/>
          </ac:picMkLst>
        </pc:picChg>
        <pc:picChg chg="add del">
          <ac:chgData name="Adam KISS" userId="92690cd7-8256-4558-9713-a350ecd06f5d" providerId="ADAL" clId="{1BAFFECD-D84F-42FD-B99D-959BD41EAA73}" dt="2024-02-12T08:39:19.573" v="89" actId="478"/>
          <ac:picMkLst>
            <pc:docMk/>
            <pc:sldMk cId="1484279219" sldId="261"/>
            <ac:picMk id="2052" creationId="{AEB06785-B049-1CFE-21C3-3C8437CAC6FA}"/>
          </ac:picMkLst>
        </pc:picChg>
      </pc:sldChg>
      <pc:sldChg chg="addSp delSp modSp new del mod modAnim">
        <pc:chgData name="Adam KISS" userId="92690cd7-8256-4558-9713-a350ecd06f5d" providerId="ADAL" clId="{1BAFFECD-D84F-42FD-B99D-959BD41EAA73}" dt="2024-02-12T08:40:55.108" v="115" actId="2696"/>
        <pc:sldMkLst>
          <pc:docMk/>
          <pc:sldMk cId="813479145" sldId="262"/>
        </pc:sldMkLst>
        <pc:spChg chg="del">
          <ac:chgData name="Adam KISS" userId="92690cd7-8256-4558-9713-a350ecd06f5d" providerId="ADAL" clId="{1BAFFECD-D84F-42FD-B99D-959BD41EAA73}" dt="2024-02-12T08:40:28.153" v="104"/>
          <ac:spMkLst>
            <pc:docMk/>
            <pc:sldMk cId="813479145" sldId="262"/>
            <ac:spMk id="3" creationId="{21D934E1-9A8C-4913-B6E7-F6591021244B}"/>
          </ac:spMkLst>
        </pc:spChg>
        <pc:spChg chg="add mod">
          <ac:chgData name="Adam KISS" userId="92690cd7-8256-4558-9713-a350ecd06f5d" providerId="ADAL" clId="{1BAFFECD-D84F-42FD-B99D-959BD41EAA73}" dt="2024-02-12T08:40:52.932" v="114" actId="21"/>
          <ac:spMkLst>
            <pc:docMk/>
            <pc:sldMk cId="813479145" sldId="262"/>
            <ac:spMk id="4" creationId="{F509442A-2D83-AD0E-05A3-74818A9D73BA}"/>
          </ac:spMkLst>
        </pc:spChg>
      </pc:sldChg>
      <pc:sldChg chg="addSp delSp modSp add mod setBg">
        <pc:chgData name="Adam KISS" userId="92690cd7-8256-4558-9713-a350ecd06f5d" providerId="ADAL" clId="{1BAFFECD-D84F-42FD-B99D-959BD41EAA73}" dt="2024-02-12T09:20:31.011" v="332" actId="26606"/>
        <pc:sldMkLst>
          <pc:docMk/>
          <pc:sldMk cId="2005435600" sldId="262"/>
        </pc:sldMkLst>
        <pc:spChg chg="mod">
          <ac:chgData name="Adam KISS" userId="92690cd7-8256-4558-9713-a350ecd06f5d" providerId="ADAL" clId="{1BAFFECD-D84F-42FD-B99D-959BD41EAA73}" dt="2024-02-12T09:20:31.011" v="332" actId="26606"/>
          <ac:spMkLst>
            <pc:docMk/>
            <pc:sldMk cId="2005435600" sldId="262"/>
            <ac:spMk id="2" creationId="{104F7256-D0E3-F15B-B23F-5EE5924EAF6D}"/>
          </ac:spMkLst>
        </pc:spChg>
        <pc:spChg chg="add del mod">
          <ac:chgData name="Adam KISS" userId="92690cd7-8256-4558-9713-a350ecd06f5d" providerId="ADAL" clId="{1BAFFECD-D84F-42FD-B99D-959BD41EAA73}" dt="2024-02-12T08:41:42.001" v="119"/>
          <ac:spMkLst>
            <pc:docMk/>
            <pc:sldMk cId="2005435600" sldId="262"/>
            <ac:spMk id="3" creationId="{0220F3D7-B12D-FC8B-A0A8-ED040E9989EC}"/>
          </ac:spMkLst>
        </pc:spChg>
        <pc:spChg chg="mod">
          <ac:chgData name="Adam KISS" userId="92690cd7-8256-4558-9713-a350ecd06f5d" providerId="ADAL" clId="{1BAFFECD-D84F-42FD-B99D-959BD41EAA73}" dt="2024-02-12T09:20:31.011" v="332" actId="26606"/>
          <ac:spMkLst>
            <pc:docMk/>
            <pc:sldMk cId="2005435600" sldId="262"/>
            <ac:spMk id="7" creationId="{64DA4CA3-742F-FDC0-BFD1-40FD7EE75A2A}"/>
          </ac:spMkLst>
        </pc:spChg>
        <pc:spChg chg="add">
          <ac:chgData name="Adam KISS" userId="92690cd7-8256-4558-9713-a350ecd06f5d" providerId="ADAL" clId="{1BAFFECD-D84F-42FD-B99D-959BD41EAA73}" dt="2024-02-12T09:20:31.011" v="332" actId="26606"/>
          <ac:spMkLst>
            <pc:docMk/>
            <pc:sldMk cId="2005435600" sldId="262"/>
            <ac:spMk id="4103" creationId="{979E27D9-03C7-44E2-9FF8-15D0C8506AF7}"/>
          </ac:spMkLst>
        </pc:spChg>
        <pc:spChg chg="add">
          <ac:chgData name="Adam KISS" userId="92690cd7-8256-4558-9713-a350ecd06f5d" providerId="ADAL" clId="{1BAFFECD-D84F-42FD-B99D-959BD41EAA73}" dt="2024-02-12T09:20:31.011" v="332" actId="26606"/>
          <ac:spMkLst>
            <pc:docMk/>
            <pc:sldMk cId="2005435600" sldId="262"/>
            <ac:spMk id="4105" creationId="{EEBF1590-3B36-48EE-A89D-3B6F3CB256AB}"/>
          </ac:spMkLst>
        </pc:spChg>
        <pc:spChg chg="add">
          <ac:chgData name="Adam KISS" userId="92690cd7-8256-4558-9713-a350ecd06f5d" providerId="ADAL" clId="{1BAFFECD-D84F-42FD-B99D-959BD41EAA73}" dt="2024-02-12T09:20:31.011" v="332" actId="26606"/>
          <ac:spMkLst>
            <pc:docMk/>
            <pc:sldMk cId="2005435600" sldId="262"/>
            <ac:spMk id="4107" creationId="{AC8F6C8C-AB5A-4548-942D-E3FD40ACBC49}"/>
          </ac:spMkLst>
        </pc:spChg>
        <pc:picChg chg="del">
          <ac:chgData name="Adam KISS" userId="92690cd7-8256-4558-9713-a350ecd06f5d" providerId="ADAL" clId="{1BAFFECD-D84F-42FD-B99D-959BD41EAA73}" dt="2024-02-12T08:41:32.241" v="118" actId="478"/>
          <ac:picMkLst>
            <pc:docMk/>
            <pc:sldMk cId="2005435600" sldId="262"/>
            <ac:picMk id="2050" creationId="{F6645C5D-F3CC-1735-926B-105BDB6E17F1}"/>
          </ac:picMkLst>
        </pc:picChg>
        <pc:picChg chg="add mod">
          <ac:chgData name="Adam KISS" userId="92690cd7-8256-4558-9713-a350ecd06f5d" providerId="ADAL" clId="{1BAFFECD-D84F-42FD-B99D-959BD41EAA73}" dt="2024-02-12T09:20:31.011" v="332" actId="26606"/>
          <ac:picMkLst>
            <pc:docMk/>
            <pc:sldMk cId="2005435600" sldId="262"/>
            <ac:picMk id="4098" creationId="{F78FDC1F-81EF-4860-852B-3AA30890A612}"/>
          </ac:picMkLst>
        </pc:picChg>
      </pc:sldChg>
      <pc:sldChg chg="addSp delSp modSp add mod setBg">
        <pc:chgData name="Adam KISS" userId="92690cd7-8256-4558-9713-a350ecd06f5d" providerId="ADAL" clId="{1BAFFECD-D84F-42FD-B99D-959BD41EAA73}" dt="2024-02-12T09:21:08.730" v="336" actId="26606"/>
        <pc:sldMkLst>
          <pc:docMk/>
          <pc:sldMk cId="510013386" sldId="263"/>
        </pc:sldMkLst>
        <pc:spChg chg="mod">
          <ac:chgData name="Adam KISS" userId="92690cd7-8256-4558-9713-a350ecd06f5d" providerId="ADAL" clId="{1BAFFECD-D84F-42FD-B99D-959BD41EAA73}" dt="2024-02-12T09:21:08.730" v="336" actId="26606"/>
          <ac:spMkLst>
            <pc:docMk/>
            <pc:sldMk cId="510013386" sldId="263"/>
            <ac:spMk id="2" creationId="{F642CF61-7364-2346-EC63-626797FD8EE2}"/>
          </ac:spMkLst>
        </pc:spChg>
        <pc:spChg chg="add mod">
          <ac:chgData name="Adam KISS" userId="92690cd7-8256-4558-9713-a350ecd06f5d" providerId="ADAL" clId="{1BAFFECD-D84F-42FD-B99D-959BD41EAA73}" dt="2024-02-12T08:44:23.572" v="129"/>
          <ac:spMkLst>
            <pc:docMk/>
            <pc:sldMk cId="510013386" sldId="263"/>
            <ac:spMk id="3" creationId="{A29D7544-970B-56E0-D49A-4097DCE6A9B8}"/>
          </ac:spMkLst>
        </pc:spChg>
        <pc:spChg chg="add del mod">
          <ac:chgData name="Adam KISS" userId="92690cd7-8256-4558-9713-a350ecd06f5d" providerId="ADAL" clId="{1BAFFECD-D84F-42FD-B99D-959BD41EAA73}" dt="2024-02-12T08:44:24.783" v="132" actId="21"/>
          <ac:spMkLst>
            <pc:docMk/>
            <pc:sldMk cId="510013386" sldId="263"/>
            <ac:spMk id="4" creationId="{CFD9B7B4-A722-021F-5CB0-745F38ECCF38}"/>
          </ac:spMkLst>
        </pc:spChg>
        <pc:spChg chg="add del mod">
          <ac:chgData name="Adam KISS" userId="92690cd7-8256-4558-9713-a350ecd06f5d" providerId="ADAL" clId="{1BAFFECD-D84F-42FD-B99D-959BD41EAA73}" dt="2024-02-12T08:44:33.692" v="137" actId="478"/>
          <ac:spMkLst>
            <pc:docMk/>
            <pc:sldMk cId="510013386" sldId="263"/>
            <ac:spMk id="6" creationId="{E57D8980-1084-82CA-7973-8EECEC6616FA}"/>
          </ac:spMkLst>
        </pc:spChg>
        <pc:spChg chg="mod">
          <ac:chgData name="Adam KISS" userId="92690cd7-8256-4558-9713-a350ecd06f5d" providerId="ADAL" clId="{1BAFFECD-D84F-42FD-B99D-959BD41EAA73}" dt="2024-02-12T09:21:08.730" v="336" actId="26606"/>
          <ac:spMkLst>
            <pc:docMk/>
            <pc:sldMk cId="510013386" sldId="263"/>
            <ac:spMk id="7" creationId="{B94FC3E1-A8EA-7E72-8C81-B23B89163F7D}"/>
          </ac:spMkLst>
        </pc:spChg>
        <pc:spChg chg="add del mod">
          <ac:chgData name="Adam KISS" userId="92690cd7-8256-4558-9713-a350ecd06f5d" providerId="ADAL" clId="{1BAFFECD-D84F-42FD-B99D-959BD41EAA73}" dt="2024-02-12T08:45:15.362" v="150" actId="478"/>
          <ac:spMkLst>
            <pc:docMk/>
            <pc:sldMk cId="510013386" sldId="263"/>
            <ac:spMk id="8" creationId="{C3989A39-ED9E-561B-82D0-9D65546CC8BA}"/>
          </ac:spMkLst>
        </pc:spChg>
        <pc:spChg chg="add">
          <ac:chgData name="Adam KISS" userId="92690cd7-8256-4558-9713-a350ecd06f5d" providerId="ADAL" clId="{1BAFFECD-D84F-42FD-B99D-959BD41EAA73}" dt="2024-02-12T09:21:08.730" v="336" actId="26606"/>
          <ac:spMkLst>
            <pc:docMk/>
            <pc:sldMk cId="510013386" sldId="263"/>
            <ac:spMk id="5128" creationId="{979E27D9-03C7-44E2-9FF8-15D0C8506AF7}"/>
          </ac:spMkLst>
        </pc:spChg>
        <pc:spChg chg="add">
          <ac:chgData name="Adam KISS" userId="92690cd7-8256-4558-9713-a350ecd06f5d" providerId="ADAL" clId="{1BAFFECD-D84F-42FD-B99D-959BD41EAA73}" dt="2024-02-12T09:21:08.730" v="336" actId="26606"/>
          <ac:spMkLst>
            <pc:docMk/>
            <pc:sldMk cId="510013386" sldId="263"/>
            <ac:spMk id="5130" creationId="{EEBF1590-3B36-48EE-A89D-3B6F3CB256AB}"/>
          </ac:spMkLst>
        </pc:spChg>
        <pc:spChg chg="add">
          <ac:chgData name="Adam KISS" userId="92690cd7-8256-4558-9713-a350ecd06f5d" providerId="ADAL" clId="{1BAFFECD-D84F-42FD-B99D-959BD41EAA73}" dt="2024-02-12T09:21:08.730" v="336" actId="26606"/>
          <ac:spMkLst>
            <pc:docMk/>
            <pc:sldMk cId="510013386" sldId="263"/>
            <ac:spMk id="5132" creationId="{AC8F6C8C-AB5A-4548-942D-E3FD40ACBC49}"/>
          </ac:spMkLst>
        </pc:spChg>
        <pc:picChg chg="add del">
          <ac:chgData name="Adam KISS" userId="92690cd7-8256-4558-9713-a350ecd06f5d" providerId="ADAL" clId="{1BAFFECD-D84F-42FD-B99D-959BD41EAA73}" dt="2024-02-12T08:44:39.606" v="141" actId="478"/>
          <ac:picMkLst>
            <pc:docMk/>
            <pc:sldMk cId="510013386" sldId="263"/>
            <ac:picMk id="4098" creationId="{290739ED-1998-8097-89D6-DBB9D4BE6CE1}"/>
          </ac:picMkLst>
        </pc:picChg>
        <pc:picChg chg="add mod">
          <ac:chgData name="Adam KISS" userId="92690cd7-8256-4558-9713-a350ecd06f5d" providerId="ADAL" clId="{1BAFFECD-D84F-42FD-B99D-959BD41EAA73}" dt="2024-02-12T09:21:08.730" v="336" actId="26606"/>
          <ac:picMkLst>
            <pc:docMk/>
            <pc:sldMk cId="510013386" sldId="263"/>
            <ac:picMk id="5123" creationId="{16B5AEFF-D4F8-93AD-6BDA-6F3CFB89FF47}"/>
          </ac:picMkLst>
        </pc:picChg>
      </pc:sldChg>
      <pc:sldChg chg="new del">
        <pc:chgData name="Adam KISS" userId="92690cd7-8256-4558-9713-a350ecd06f5d" providerId="ADAL" clId="{1BAFFECD-D84F-42FD-B99D-959BD41EAA73}" dt="2024-02-12T08:48:53.326" v="171" actId="47"/>
        <pc:sldMkLst>
          <pc:docMk/>
          <pc:sldMk cId="161071708" sldId="264"/>
        </pc:sldMkLst>
      </pc:sldChg>
      <pc:sldChg chg="addSp delSp add del">
        <pc:chgData name="Adam KISS" userId="92690cd7-8256-4558-9713-a350ecd06f5d" providerId="ADAL" clId="{1BAFFECD-D84F-42FD-B99D-959BD41EAA73}" dt="2024-02-12T08:47:31.891" v="160" actId="47"/>
        <pc:sldMkLst>
          <pc:docMk/>
          <pc:sldMk cId="469688356" sldId="264"/>
        </pc:sldMkLst>
        <pc:picChg chg="add del">
          <ac:chgData name="Adam KISS" userId="92690cd7-8256-4558-9713-a350ecd06f5d" providerId="ADAL" clId="{1BAFFECD-D84F-42FD-B99D-959BD41EAA73}" dt="2024-02-12T08:46:52.955" v="157" actId="478"/>
          <ac:picMkLst>
            <pc:docMk/>
            <pc:sldMk cId="469688356" sldId="264"/>
            <ac:picMk id="5123" creationId="{7CF20826-7855-8F9D-F839-80F04632BCC6}"/>
          </ac:picMkLst>
        </pc:picChg>
      </pc:sldChg>
      <pc:sldChg chg="addSp delSp modSp add mod setBg">
        <pc:chgData name="Adam KISS" userId="92690cd7-8256-4558-9713-a350ecd06f5d" providerId="ADAL" clId="{1BAFFECD-D84F-42FD-B99D-959BD41EAA73}" dt="2024-02-12T09:21:11.523" v="337" actId="26606"/>
        <pc:sldMkLst>
          <pc:docMk/>
          <pc:sldMk cId="526865673" sldId="264"/>
        </pc:sldMkLst>
        <pc:spChg chg="mod">
          <ac:chgData name="Adam KISS" userId="92690cd7-8256-4558-9713-a350ecd06f5d" providerId="ADAL" clId="{1BAFFECD-D84F-42FD-B99D-959BD41EAA73}" dt="2024-02-12T09:21:11.523" v="337" actId="26606"/>
          <ac:spMkLst>
            <pc:docMk/>
            <pc:sldMk cId="526865673" sldId="264"/>
            <ac:spMk id="2" creationId="{62F3DC8A-23FE-177B-A820-1668E7C5F572}"/>
          </ac:spMkLst>
        </pc:spChg>
        <pc:spChg chg="add del mod">
          <ac:chgData name="Adam KISS" userId="92690cd7-8256-4558-9713-a350ecd06f5d" providerId="ADAL" clId="{1BAFFECD-D84F-42FD-B99D-959BD41EAA73}" dt="2024-02-12T08:51:11.601" v="192" actId="478"/>
          <ac:spMkLst>
            <pc:docMk/>
            <pc:sldMk cId="526865673" sldId="264"/>
            <ac:spMk id="3" creationId="{0C286D09-4E26-845D-9B4D-F433E201BDF0}"/>
          </ac:spMkLst>
        </pc:spChg>
        <pc:spChg chg="mod">
          <ac:chgData name="Adam KISS" userId="92690cd7-8256-4558-9713-a350ecd06f5d" providerId="ADAL" clId="{1BAFFECD-D84F-42FD-B99D-959BD41EAA73}" dt="2024-02-12T09:21:11.523" v="337" actId="26606"/>
          <ac:spMkLst>
            <pc:docMk/>
            <pc:sldMk cId="526865673" sldId="264"/>
            <ac:spMk id="7" creationId="{0D721A86-A48D-0098-A264-9D57A03C4A46}"/>
          </ac:spMkLst>
        </pc:spChg>
        <pc:spChg chg="add">
          <ac:chgData name="Adam KISS" userId="92690cd7-8256-4558-9713-a350ecd06f5d" providerId="ADAL" clId="{1BAFFECD-D84F-42FD-B99D-959BD41EAA73}" dt="2024-02-12T09:21:11.523" v="337" actId="26606"/>
          <ac:spMkLst>
            <pc:docMk/>
            <pc:sldMk cId="526865673" sldId="264"/>
            <ac:spMk id="6151" creationId="{979E27D9-03C7-44E2-9FF8-15D0C8506AF7}"/>
          </ac:spMkLst>
        </pc:spChg>
        <pc:spChg chg="add">
          <ac:chgData name="Adam KISS" userId="92690cd7-8256-4558-9713-a350ecd06f5d" providerId="ADAL" clId="{1BAFFECD-D84F-42FD-B99D-959BD41EAA73}" dt="2024-02-12T09:21:11.523" v="337" actId="26606"/>
          <ac:spMkLst>
            <pc:docMk/>
            <pc:sldMk cId="526865673" sldId="264"/>
            <ac:spMk id="6153" creationId="{EEBF1590-3B36-48EE-A89D-3B6F3CB256AB}"/>
          </ac:spMkLst>
        </pc:spChg>
        <pc:spChg chg="add">
          <ac:chgData name="Adam KISS" userId="92690cd7-8256-4558-9713-a350ecd06f5d" providerId="ADAL" clId="{1BAFFECD-D84F-42FD-B99D-959BD41EAA73}" dt="2024-02-12T09:21:11.523" v="337" actId="26606"/>
          <ac:spMkLst>
            <pc:docMk/>
            <pc:sldMk cId="526865673" sldId="264"/>
            <ac:spMk id="6155" creationId="{AC8F6C8C-AB5A-4548-942D-E3FD40ACBC49}"/>
          </ac:spMkLst>
        </pc:spChg>
        <pc:picChg chg="del">
          <ac:chgData name="Adam KISS" userId="92690cd7-8256-4558-9713-a350ecd06f5d" providerId="ADAL" clId="{1BAFFECD-D84F-42FD-B99D-959BD41EAA73}" dt="2024-02-12T08:49:56.853" v="173" actId="478"/>
          <ac:picMkLst>
            <pc:docMk/>
            <pc:sldMk cId="526865673" sldId="264"/>
            <ac:picMk id="5123" creationId="{BC97C12D-0A9B-0FE7-96C0-8EF50D320672}"/>
          </ac:picMkLst>
        </pc:picChg>
        <pc:picChg chg="add mod">
          <ac:chgData name="Adam KISS" userId="92690cd7-8256-4558-9713-a350ecd06f5d" providerId="ADAL" clId="{1BAFFECD-D84F-42FD-B99D-959BD41EAA73}" dt="2024-02-12T09:21:11.523" v="337" actId="26606"/>
          <ac:picMkLst>
            <pc:docMk/>
            <pc:sldMk cId="526865673" sldId="264"/>
            <ac:picMk id="6146" creationId="{59E5664B-FE6C-5A52-A29A-025CC2925E45}"/>
          </ac:picMkLst>
        </pc:picChg>
      </pc:sldChg>
      <pc:sldChg chg="new del">
        <pc:chgData name="Adam KISS" userId="92690cd7-8256-4558-9713-a350ecd06f5d" providerId="ADAL" clId="{1BAFFECD-D84F-42FD-B99D-959BD41EAA73}" dt="2024-02-12T08:46:40.799" v="154" actId="47"/>
        <pc:sldMkLst>
          <pc:docMk/>
          <pc:sldMk cId="3909062370" sldId="264"/>
        </pc:sldMkLst>
      </pc:sldChg>
      <pc:sldChg chg="addSp delSp modSp add mod setBg">
        <pc:chgData name="Adam KISS" userId="92690cd7-8256-4558-9713-a350ecd06f5d" providerId="ADAL" clId="{1BAFFECD-D84F-42FD-B99D-959BD41EAA73}" dt="2024-02-12T09:21:13.557" v="338" actId="26606"/>
        <pc:sldMkLst>
          <pc:docMk/>
          <pc:sldMk cId="980313236" sldId="265"/>
        </pc:sldMkLst>
        <pc:spChg chg="mod">
          <ac:chgData name="Adam KISS" userId="92690cd7-8256-4558-9713-a350ecd06f5d" providerId="ADAL" clId="{1BAFFECD-D84F-42FD-B99D-959BD41EAA73}" dt="2024-02-12T09:21:13.557" v="338" actId="26606"/>
          <ac:spMkLst>
            <pc:docMk/>
            <pc:sldMk cId="980313236" sldId="265"/>
            <ac:spMk id="2" creationId="{B3E526F6-EE61-4DE3-FA35-9AC037ACB053}"/>
          </ac:spMkLst>
        </pc:spChg>
        <pc:spChg chg="add del mod">
          <ac:chgData name="Adam KISS" userId="92690cd7-8256-4558-9713-a350ecd06f5d" providerId="ADAL" clId="{1BAFFECD-D84F-42FD-B99D-959BD41EAA73}" dt="2024-02-12T08:53:31.645" v="205" actId="478"/>
          <ac:spMkLst>
            <pc:docMk/>
            <pc:sldMk cId="980313236" sldId="265"/>
            <ac:spMk id="3" creationId="{F23D4ACE-5F04-8DD2-397F-9B2A2FC56446}"/>
          </ac:spMkLst>
        </pc:spChg>
        <pc:spChg chg="mod">
          <ac:chgData name="Adam KISS" userId="92690cd7-8256-4558-9713-a350ecd06f5d" providerId="ADAL" clId="{1BAFFECD-D84F-42FD-B99D-959BD41EAA73}" dt="2024-02-12T09:21:13.557" v="338" actId="26606"/>
          <ac:spMkLst>
            <pc:docMk/>
            <pc:sldMk cId="980313236" sldId="265"/>
            <ac:spMk id="7" creationId="{35944DAA-5448-6523-95F4-5F3F9E2D9540}"/>
          </ac:spMkLst>
        </pc:spChg>
        <pc:spChg chg="add">
          <ac:chgData name="Adam KISS" userId="92690cd7-8256-4558-9713-a350ecd06f5d" providerId="ADAL" clId="{1BAFFECD-D84F-42FD-B99D-959BD41EAA73}" dt="2024-02-12T09:21:13.557" v="338" actId="26606"/>
          <ac:spMkLst>
            <pc:docMk/>
            <pc:sldMk cId="980313236" sldId="265"/>
            <ac:spMk id="7176" creationId="{979E27D9-03C7-44E2-9FF8-15D0C8506AF7}"/>
          </ac:spMkLst>
        </pc:spChg>
        <pc:spChg chg="add">
          <ac:chgData name="Adam KISS" userId="92690cd7-8256-4558-9713-a350ecd06f5d" providerId="ADAL" clId="{1BAFFECD-D84F-42FD-B99D-959BD41EAA73}" dt="2024-02-12T09:21:13.557" v="338" actId="26606"/>
          <ac:spMkLst>
            <pc:docMk/>
            <pc:sldMk cId="980313236" sldId="265"/>
            <ac:spMk id="7178" creationId="{EEBF1590-3B36-48EE-A89D-3B6F3CB256AB}"/>
          </ac:spMkLst>
        </pc:spChg>
        <pc:spChg chg="add">
          <ac:chgData name="Adam KISS" userId="92690cd7-8256-4558-9713-a350ecd06f5d" providerId="ADAL" clId="{1BAFFECD-D84F-42FD-B99D-959BD41EAA73}" dt="2024-02-12T09:21:13.557" v="338" actId="26606"/>
          <ac:spMkLst>
            <pc:docMk/>
            <pc:sldMk cId="980313236" sldId="265"/>
            <ac:spMk id="7180" creationId="{AC8F6C8C-AB5A-4548-942D-E3FD40ACBC49}"/>
          </ac:spMkLst>
        </pc:spChg>
        <pc:picChg chg="del">
          <ac:chgData name="Adam KISS" userId="92690cd7-8256-4558-9713-a350ecd06f5d" providerId="ADAL" clId="{1BAFFECD-D84F-42FD-B99D-959BD41EAA73}" dt="2024-02-12T08:53:48.859" v="209" actId="478"/>
          <ac:picMkLst>
            <pc:docMk/>
            <pc:sldMk cId="980313236" sldId="265"/>
            <ac:picMk id="6146" creationId="{614F68F6-3CE1-C2A3-A247-75F7427346FD}"/>
          </ac:picMkLst>
        </pc:picChg>
        <pc:picChg chg="add mod">
          <ac:chgData name="Adam KISS" userId="92690cd7-8256-4558-9713-a350ecd06f5d" providerId="ADAL" clId="{1BAFFECD-D84F-42FD-B99D-959BD41EAA73}" dt="2024-02-12T09:21:13.557" v="338" actId="26606"/>
          <ac:picMkLst>
            <pc:docMk/>
            <pc:sldMk cId="980313236" sldId="265"/>
            <ac:picMk id="7171" creationId="{AF3CACD3-3FB1-4D5A-8CA9-441DBA3815F2}"/>
          </ac:picMkLst>
        </pc:picChg>
      </pc:sldChg>
      <pc:sldChg chg="addSp modSp add mod setBg">
        <pc:chgData name="Adam KISS" userId="92690cd7-8256-4558-9713-a350ecd06f5d" providerId="ADAL" clId="{1BAFFECD-D84F-42FD-B99D-959BD41EAA73}" dt="2024-02-12T09:21:17.108" v="339" actId="26606"/>
        <pc:sldMkLst>
          <pc:docMk/>
          <pc:sldMk cId="2326166271" sldId="266"/>
        </pc:sldMkLst>
        <pc:spChg chg="mod">
          <ac:chgData name="Adam KISS" userId="92690cd7-8256-4558-9713-a350ecd06f5d" providerId="ADAL" clId="{1BAFFECD-D84F-42FD-B99D-959BD41EAA73}" dt="2024-02-12T09:21:17.108" v="339" actId="26606"/>
          <ac:spMkLst>
            <pc:docMk/>
            <pc:sldMk cId="2326166271" sldId="266"/>
            <ac:spMk id="2" creationId="{C172A3BD-E311-9F0A-2707-C097050F9920}"/>
          </ac:spMkLst>
        </pc:spChg>
        <pc:spChg chg="mod">
          <ac:chgData name="Adam KISS" userId="92690cd7-8256-4558-9713-a350ecd06f5d" providerId="ADAL" clId="{1BAFFECD-D84F-42FD-B99D-959BD41EAA73}" dt="2024-02-12T09:21:17.108" v="339" actId="26606"/>
          <ac:spMkLst>
            <pc:docMk/>
            <pc:sldMk cId="2326166271" sldId="266"/>
            <ac:spMk id="7" creationId="{BC9C9FB8-9DE2-330E-6951-CADC1DE15662}"/>
          </ac:spMkLst>
        </pc:spChg>
        <pc:spChg chg="add">
          <ac:chgData name="Adam KISS" userId="92690cd7-8256-4558-9713-a350ecd06f5d" providerId="ADAL" clId="{1BAFFECD-D84F-42FD-B99D-959BD41EAA73}" dt="2024-02-12T09:21:17.108" v="339" actId="26606"/>
          <ac:spMkLst>
            <pc:docMk/>
            <pc:sldMk cId="2326166271" sldId="266"/>
            <ac:spMk id="7176" creationId="{979E27D9-03C7-44E2-9FF8-15D0C8506AF7}"/>
          </ac:spMkLst>
        </pc:spChg>
        <pc:spChg chg="add">
          <ac:chgData name="Adam KISS" userId="92690cd7-8256-4558-9713-a350ecd06f5d" providerId="ADAL" clId="{1BAFFECD-D84F-42FD-B99D-959BD41EAA73}" dt="2024-02-12T09:21:17.108" v="339" actId="26606"/>
          <ac:spMkLst>
            <pc:docMk/>
            <pc:sldMk cId="2326166271" sldId="266"/>
            <ac:spMk id="7178" creationId="{EEBF1590-3B36-48EE-A89D-3B6F3CB256AB}"/>
          </ac:spMkLst>
        </pc:spChg>
        <pc:spChg chg="add">
          <ac:chgData name="Adam KISS" userId="92690cd7-8256-4558-9713-a350ecd06f5d" providerId="ADAL" clId="{1BAFFECD-D84F-42FD-B99D-959BD41EAA73}" dt="2024-02-12T09:21:17.108" v="339" actId="26606"/>
          <ac:spMkLst>
            <pc:docMk/>
            <pc:sldMk cId="2326166271" sldId="266"/>
            <ac:spMk id="7180" creationId="{AC8F6C8C-AB5A-4548-942D-E3FD40ACBC49}"/>
          </ac:spMkLst>
        </pc:spChg>
        <pc:picChg chg="mod">
          <ac:chgData name="Adam KISS" userId="92690cd7-8256-4558-9713-a350ecd06f5d" providerId="ADAL" clId="{1BAFFECD-D84F-42FD-B99D-959BD41EAA73}" dt="2024-02-12T09:21:17.108" v="339" actId="26606"/>
          <ac:picMkLst>
            <pc:docMk/>
            <pc:sldMk cId="2326166271" sldId="266"/>
            <ac:picMk id="7171" creationId="{E076A843-E037-E49D-D3FF-BA17CAE47105}"/>
          </ac:picMkLst>
        </pc:picChg>
      </pc:sldChg>
      <pc:sldChg chg="addSp delSp modSp add mod setBg">
        <pc:chgData name="Adam KISS" userId="92690cd7-8256-4558-9713-a350ecd06f5d" providerId="ADAL" clId="{1BAFFECD-D84F-42FD-B99D-959BD41EAA73}" dt="2024-02-12T09:21:18.677" v="340" actId="26606"/>
        <pc:sldMkLst>
          <pc:docMk/>
          <pc:sldMk cId="889500512" sldId="267"/>
        </pc:sldMkLst>
        <pc:spChg chg="mod">
          <ac:chgData name="Adam KISS" userId="92690cd7-8256-4558-9713-a350ecd06f5d" providerId="ADAL" clId="{1BAFFECD-D84F-42FD-B99D-959BD41EAA73}" dt="2024-02-12T09:21:18.677" v="340" actId="26606"/>
          <ac:spMkLst>
            <pc:docMk/>
            <pc:sldMk cId="889500512" sldId="267"/>
            <ac:spMk id="2" creationId="{D691A945-BFC0-AD51-EB97-B5D8421240CC}"/>
          </ac:spMkLst>
        </pc:spChg>
        <pc:spChg chg="add del mod">
          <ac:chgData name="Adam KISS" userId="92690cd7-8256-4558-9713-a350ecd06f5d" providerId="ADAL" clId="{1BAFFECD-D84F-42FD-B99D-959BD41EAA73}" dt="2024-02-12T08:56:56.325" v="225" actId="478"/>
          <ac:spMkLst>
            <pc:docMk/>
            <pc:sldMk cId="889500512" sldId="267"/>
            <ac:spMk id="3" creationId="{30B3B9C7-BF16-D754-C734-95A3FCE890A1}"/>
          </ac:spMkLst>
        </pc:spChg>
        <pc:spChg chg="mod">
          <ac:chgData name="Adam KISS" userId="92690cd7-8256-4558-9713-a350ecd06f5d" providerId="ADAL" clId="{1BAFFECD-D84F-42FD-B99D-959BD41EAA73}" dt="2024-02-12T09:21:18.677" v="340" actId="26606"/>
          <ac:spMkLst>
            <pc:docMk/>
            <pc:sldMk cId="889500512" sldId="267"/>
            <ac:spMk id="7" creationId="{6469DAFA-6601-F734-31D0-468DB7F2513C}"/>
          </ac:spMkLst>
        </pc:spChg>
        <pc:spChg chg="add">
          <ac:chgData name="Adam KISS" userId="92690cd7-8256-4558-9713-a350ecd06f5d" providerId="ADAL" clId="{1BAFFECD-D84F-42FD-B99D-959BD41EAA73}" dt="2024-02-12T09:21:18.677" v="340" actId="26606"/>
          <ac:spMkLst>
            <pc:docMk/>
            <pc:sldMk cId="889500512" sldId="267"/>
            <ac:spMk id="8200" creationId="{979E27D9-03C7-44E2-9FF8-15D0C8506AF7}"/>
          </ac:spMkLst>
        </pc:spChg>
        <pc:spChg chg="add">
          <ac:chgData name="Adam KISS" userId="92690cd7-8256-4558-9713-a350ecd06f5d" providerId="ADAL" clId="{1BAFFECD-D84F-42FD-B99D-959BD41EAA73}" dt="2024-02-12T09:21:18.677" v="340" actId="26606"/>
          <ac:spMkLst>
            <pc:docMk/>
            <pc:sldMk cId="889500512" sldId="267"/>
            <ac:spMk id="8202" creationId="{EEBF1590-3B36-48EE-A89D-3B6F3CB256AB}"/>
          </ac:spMkLst>
        </pc:spChg>
        <pc:spChg chg="add">
          <ac:chgData name="Adam KISS" userId="92690cd7-8256-4558-9713-a350ecd06f5d" providerId="ADAL" clId="{1BAFFECD-D84F-42FD-B99D-959BD41EAA73}" dt="2024-02-12T09:21:18.677" v="340" actId="26606"/>
          <ac:spMkLst>
            <pc:docMk/>
            <pc:sldMk cId="889500512" sldId="267"/>
            <ac:spMk id="8204" creationId="{AC8F6C8C-AB5A-4548-942D-E3FD40ACBC49}"/>
          </ac:spMkLst>
        </pc:spChg>
        <pc:picChg chg="del">
          <ac:chgData name="Adam KISS" userId="92690cd7-8256-4558-9713-a350ecd06f5d" providerId="ADAL" clId="{1BAFFECD-D84F-42FD-B99D-959BD41EAA73}" dt="2024-02-12T08:57:16.185" v="229" actId="478"/>
          <ac:picMkLst>
            <pc:docMk/>
            <pc:sldMk cId="889500512" sldId="267"/>
            <ac:picMk id="7171" creationId="{31EA2B38-846A-A245-BC7F-063B379232B1}"/>
          </ac:picMkLst>
        </pc:picChg>
        <pc:picChg chg="add mod">
          <ac:chgData name="Adam KISS" userId="92690cd7-8256-4558-9713-a350ecd06f5d" providerId="ADAL" clId="{1BAFFECD-D84F-42FD-B99D-959BD41EAA73}" dt="2024-02-12T09:21:18.677" v="340" actId="26606"/>
          <ac:picMkLst>
            <pc:docMk/>
            <pc:sldMk cId="889500512" sldId="267"/>
            <ac:picMk id="8195" creationId="{6BD1523E-1330-3633-110E-5A9873D23363}"/>
          </ac:picMkLst>
        </pc:picChg>
      </pc:sldChg>
      <pc:sldChg chg="new del">
        <pc:chgData name="Adam KISS" userId="92690cd7-8256-4558-9713-a350ecd06f5d" providerId="ADAL" clId="{1BAFFECD-D84F-42FD-B99D-959BD41EAA73}" dt="2024-02-12T08:56:43.748" v="220" actId="47"/>
        <pc:sldMkLst>
          <pc:docMk/>
          <pc:sldMk cId="1709887725" sldId="267"/>
        </pc:sldMkLst>
      </pc:sldChg>
      <pc:sldChg chg="addSp delSp modSp add mod setBg">
        <pc:chgData name="Adam KISS" userId="92690cd7-8256-4558-9713-a350ecd06f5d" providerId="ADAL" clId="{1BAFFECD-D84F-42FD-B99D-959BD41EAA73}" dt="2024-02-12T09:21:21.068" v="341" actId="26606"/>
        <pc:sldMkLst>
          <pc:docMk/>
          <pc:sldMk cId="741882593" sldId="268"/>
        </pc:sldMkLst>
        <pc:spChg chg="mod">
          <ac:chgData name="Adam KISS" userId="92690cd7-8256-4558-9713-a350ecd06f5d" providerId="ADAL" clId="{1BAFFECD-D84F-42FD-B99D-959BD41EAA73}" dt="2024-02-12T09:21:21.068" v="341" actId="26606"/>
          <ac:spMkLst>
            <pc:docMk/>
            <pc:sldMk cId="741882593" sldId="268"/>
            <ac:spMk id="2" creationId="{DCD6A19E-97BA-8279-5AD1-A60599158532}"/>
          </ac:spMkLst>
        </pc:spChg>
        <pc:spChg chg="mod">
          <ac:chgData name="Adam KISS" userId="92690cd7-8256-4558-9713-a350ecd06f5d" providerId="ADAL" clId="{1BAFFECD-D84F-42FD-B99D-959BD41EAA73}" dt="2024-02-12T09:21:21.068" v="341" actId="26606"/>
          <ac:spMkLst>
            <pc:docMk/>
            <pc:sldMk cId="741882593" sldId="268"/>
            <ac:spMk id="7" creationId="{60DFC89A-DC15-FB12-D8FE-A7192B0D07D5}"/>
          </ac:spMkLst>
        </pc:spChg>
        <pc:spChg chg="add">
          <ac:chgData name="Adam KISS" userId="92690cd7-8256-4558-9713-a350ecd06f5d" providerId="ADAL" clId="{1BAFFECD-D84F-42FD-B99D-959BD41EAA73}" dt="2024-02-12T09:21:21.068" v="341" actId="26606"/>
          <ac:spMkLst>
            <pc:docMk/>
            <pc:sldMk cId="741882593" sldId="268"/>
            <ac:spMk id="9223" creationId="{979E27D9-03C7-44E2-9FF8-15D0C8506AF7}"/>
          </ac:spMkLst>
        </pc:spChg>
        <pc:spChg chg="add">
          <ac:chgData name="Adam KISS" userId="92690cd7-8256-4558-9713-a350ecd06f5d" providerId="ADAL" clId="{1BAFFECD-D84F-42FD-B99D-959BD41EAA73}" dt="2024-02-12T09:21:21.068" v="341" actId="26606"/>
          <ac:spMkLst>
            <pc:docMk/>
            <pc:sldMk cId="741882593" sldId="268"/>
            <ac:spMk id="9225" creationId="{EEBF1590-3B36-48EE-A89D-3B6F3CB256AB}"/>
          </ac:spMkLst>
        </pc:spChg>
        <pc:spChg chg="add">
          <ac:chgData name="Adam KISS" userId="92690cd7-8256-4558-9713-a350ecd06f5d" providerId="ADAL" clId="{1BAFFECD-D84F-42FD-B99D-959BD41EAA73}" dt="2024-02-12T09:21:21.068" v="341" actId="26606"/>
          <ac:spMkLst>
            <pc:docMk/>
            <pc:sldMk cId="741882593" sldId="268"/>
            <ac:spMk id="9227" creationId="{AC8F6C8C-AB5A-4548-942D-E3FD40ACBC49}"/>
          </ac:spMkLst>
        </pc:spChg>
        <pc:picChg chg="del">
          <ac:chgData name="Adam KISS" userId="92690cd7-8256-4558-9713-a350ecd06f5d" providerId="ADAL" clId="{1BAFFECD-D84F-42FD-B99D-959BD41EAA73}" dt="2024-02-12T08:59:29.248" v="251" actId="478"/>
          <ac:picMkLst>
            <pc:docMk/>
            <pc:sldMk cId="741882593" sldId="268"/>
            <ac:picMk id="8195" creationId="{FD80DE15-0BB2-E989-84E5-EEA1186B0C4B}"/>
          </ac:picMkLst>
        </pc:picChg>
        <pc:picChg chg="add mod">
          <ac:chgData name="Adam KISS" userId="92690cd7-8256-4558-9713-a350ecd06f5d" providerId="ADAL" clId="{1BAFFECD-D84F-42FD-B99D-959BD41EAA73}" dt="2024-02-12T09:21:21.068" v="341" actId="26606"/>
          <ac:picMkLst>
            <pc:docMk/>
            <pc:sldMk cId="741882593" sldId="268"/>
            <ac:picMk id="9218" creationId="{1A87CD4C-927D-891E-26A7-23092E011F59}"/>
          </ac:picMkLst>
        </pc:picChg>
      </pc:sldChg>
      <pc:sldChg chg="addSp delSp modSp add mod setBg">
        <pc:chgData name="Adam KISS" userId="92690cd7-8256-4558-9713-a350ecd06f5d" providerId="ADAL" clId="{1BAFFECD-D84F-42FD-B99D-959BD41EAA73}" dt="2024-02-12T09:21:23.573" v="342" actId="26606"/>
        <pc:sldMkLst>
          <pc:docMk/>
          <pc:sldMk cId="1279069400" sldId="269"/>
        </pc:sldMkLst>
        <pc:spChg chg="mod">
          <ac:chgData name="Adam KISS" userId="92690cd7-8256-4558-9713-a350ecd06f5d" providerId="ADAL" clId="{1BAFFECD-D84F-42FD-B99D-959BD41EAA73}" dt="2024-02-12T09:21:23.573" v="342" actId="26606"/>
          <ac:spMkLst>
            <pc:docMk/>
            <pc:sldMk cId="1279069400" sldId="269"/>
            <ac:spMk id="2" creationId="{55BEEB2D-D323-43C4-F5AF-ED207458DBF5}"/>
          </ac:spMkLst>
        </pc:spChg>
        <pc:spChg chg="mod">
          <ac:chgData name="Adam KISS" userId="92690cd7-8256-4558-9713-a350ecd06f5d" providerId="ADAL" clId="{1BAFFECD-D84F-42FD-B99D-959BD41EAA73}" dt="2024-02-12T09:21:23.573" v="342" actId="26606"/>
          <ac:spMkLst>
            <pc:docMk/>
            <pc:sldMk cId="1279069400" sldId="269"/>
            <ac:spMk id="7" creationId="{84789431-6BC5-410B-8D9D-B10D5AA13CEE}"/>
          </ac:spMkLst>
        </pc:spChg>
        <pc:spChg chg="add">
          <ac:chgData name="Adam KISS" userId="92690cd7-8256-4558-9713-a350ecd06f5d" providerId="ADAL" clId="{1BAFFECD-D84F-42FD-B99D-959BD41EAA73}" dt="2024-02-12T09:21:23.573" v="342" actId="26606"/>
          <ac:spMkLst>
            <pc:docMk/>
            <pc:sldMk cId="1279069400" sldId="269"/>
            <ac:spMk id="10247" creationId="{979E27D9-03C7-44E2-9FF8-15D0C8506AF7}"/>
          </ac:spMkLst>
        </pc:spChg>
        <pc:spChg chg="add">
          <ac:chgData name="Adam KISS" userId="92690cd7-8256-4558-9713-a350ecd06f5d" providerId="ADAL" clId="{1BAFFECD-D84F-42FD-B99D-959BD41EAA73}" dt="2024-02-12T09:21:23.573" v="342" actId="26606"/>
          <ac:spMkLst>
            <pc:docMk/>
            <pc:sldMk cId="1279069400" sldId="269"/>
            <ac:spMk id="10249" creationId="{EEBF1590-3B36-48EE-A89D-3B6F3CB256AB}"/>
          </ac:spMkLst>
        </pc:spChg>
        <pc:spChg chg="add">
          <ac:chgData name="Adam KISS" userId="92690cd7-8256-4558-9713-a350ecd06f5d" providerId="ADAL" clId="{1BAFFECD-D84F-42FD-B99D-959BD41EAA73}" dt="2024-02-12T09:21:23.573" v="342" actId="26606"/>
          <ac:spMkLst>
            <pc:docMk/>
            <pc:sldMk cId="1279069400" sldId="269"/>
            <ac:spMk id="10251" creationId="{AC8F6C8C-AB5A-4548-942D-E3FD40ACBC49}"/>
          </ac:spMkLst>
        </pc:spChg>
        <pc:picChg chg="del">
          <ac:chgData name="Adam KISS" userId="92690cd7-8256-4558-9713-a350ecd06f5d" providerId="ADAL" clId="{1BAFFECD-D84F-42FD-B99D-959BD41EAA73}" dt="2024-02-12T09:00:59.356" v="264" actId="478"/>
          <ac:picMkLst>
            <pc:docMk/>
            <pc:sldMk cId="1279069400" sldId="269"/>
            <ac:picMk id="9218" creationId="{178F1EDC-24D1-0E7F-CA72-EDFE685C8A76}"/>
          </ac:picMkLst>
        </pc:picChg>
        <pc:picChg chg="add mod">
          <ac:chgData name="Adam KISS" userId="92690cd7-8256-4558-9713-a350ecd06f5d" providerId="ADAL" clId="{1BAFFECD-D84F-42FD-B99D-959BD41EAA73}" dt="2024-02-12T09:21:23.573" v="342" actId="26606"/>
          <ac:picMkLst>
            <pc:docMk/>
            <pc:sldMk cId="1279069400" sldId="269"/>
            <ac:picMk id="10242" creationId="{2358AA43-6C77-101A-3BEC-109E2F01BF5A}"/>
          </ac:picMkLst>
        </pc:picChg>
      </pc:sldChg>
      <pc:sldChg chg="addSp delSp modSp add mod setBg">
        <pc:chgData name="Adam KISS" userId="92690cd7-8256-4558-9713-a350ecd06f5d" providerId="ADAL" clId="{1BAFFECD-D84F-42FD-B99D-959BD41EAA73}" dt="2024-02-12T09:21:25.196" v="343" actId="26606"/>
        <pc:sldMkLst>
          <pc:docMk/>
          <pc:sldMk cId="2313882752" sldId="270"/>
        </pc:sldMkLst>
        <pc:spChg chg="mod">
          <ac:chgData name="Adam KISS" userId="92690cd7-8256-4558-9713-a350ecd06f5d" providerId="ADAL" clId="{1BAFFECD-D84F-42FD-B99D-959BD41EAA73}" dt="2024-02-12T09:21:25.196" v="343" actId="26606"/>
          <ac:spMkLst>
            <pc:docMk/>
            <pc:sldMk cId="2313882752" sldId="270"/>
            <ac:spMk id="2" creationId="{FBD5372B-DEF7-108F-4303-1938D852FE6B}"/>
          </ac:spMkLst>
        </pc:spChg>
        <pc:spChg chg="add">
          <ac:chgData name="Adam KISS" userId="92690cd7-8256-4558-9713-a350ecd06f5d" providerId="ADAL" clId="{1BAFFECD-D84F-42FD-B99D-959BD41EAA73}" dt="2024-02-12T09:02:54.291" v="286"/>
          <ac:spMkLst>
            <pc:docMk/>
            <pc:sldMk cId="2313882752" sldId="270"/>
            <ac:spMk id="3" creationId="{C9FB5956-16B8-B25A-BE09-7A3EFF9FE19E}"/>
          </ac:spMkLst>
        </pc:spChg>
        <pc:spChg chg="mod">
          <ac:chgData name="Adam KISS" userId="92690cd7-8256-4558-9713-a350ecd06f5d" providerId="ADAL" clId="{1BAFFECD-D84F-42FD-B99D-959BD41EAA73}" dt="2024-02-12T09:21:25.196" v="343" actId="26606"/>
          <ac:spMkLst>
            <pc:docMk/>
            <pc:sldMk cId="2313882752" sldId="270"/>
            <ac:spMk id="7" creationId="{4EC3A631-EED4-EC43-5307-C63852C3D326}"/>
          </ac:spMkLst>
        </pc:spChg>
        <pc:spChg chg="add">
          <ac:chgData name="Adam KISS" userId="92690cd7-8256-4558-9713-a350ecd06f5d" providerId="ADAL" clId="{1BAFFECD-D84F-42FD-B99D-959BD41EAA73}" dt="2024-02-12T09:21:25.196" v="343" actId="26606"/>
          <ac:spMkLst>
            <pc:docMk/>
            <pc:sldMk cId="2313882752" sldId="270"/>
            <ac:spMk id="11271" creationId="{979E27D9-03C7-44E2-9FF8-15D0C8506AF7}"/>
          </ac:spMkLst>
        </pc:spChg>
        <pc:spChg chg="add">
          <ac:chgData name="Adam KISS" userId="92690cd7-8256-4558-9713-a350ecd06f5d" providerId="ADAL" clId="{1BAFFECD-D84F-42FD-B99D-959BD41EAA73}" dt="2024-02-12T09:21:25.196" v="343" actId="26606"/>
          <ac:spMkLst>
            <pc:docMk/>
            <pc:sldMk cId="2313882752" sldId="270"/>
            <ac:spMk id="11273" creationId="{EEBF1590-3B36-48EE-A89D-3B6F3CB256AB}"/>
          </ac:spMkLst>
        </pc:spChg>
        <pc:spChg chg="add">
          <ac:chgData name="Adam KISS" userId="92690cd7-8256-4558-9713-a350ecd06f5d" providerId="ADAL" clId="{1BAFFECD-D84F-42FD-B99D-959BD41EAA73}" dt="2024-02-12T09:21:25.196" v="343" actId="26606"/>
          <ac:spMkLst>
            <pc:docMk/>
            <pc:sldMk cId="2313882752" sldId="270"/>
            <ac:spMk id="11275" creationId="{AC8F6C8C-AB5A-4548-942D-E3FD40ACBC49}"/>
          </ac:spMkLst>
        </pc:spChg>
        <pc:picChg chg="del mod">
          <ac:chgData name="Adam KISS" userId="92690cd7-8256-4558-9713-a350ecd06f5d" providerId="ADAL" clId="{1BAFFECD-D84F-42FD-B99D-959BD41EAA73}" dt="2024-02-12T09:01:49.109" v="282" actId="478"/>
          <ac:picMkLst>
            <pc:docMk/>
            <pc:sldMk cId="2313882752" sldId="270"/>
            <ac:picMk id="10242" creationId="{B7D2011D-BDA0-FA35-A024-CE571D55B889}"/>
          </ac:picMkLst>
        </pc:picChg>
        <pc:picChg chg="add mod">
          <ac:chgData name="Adam KISS" userId="92690cd7-8256-4558-9713-a350ecd06f5d" providerId="ADAL" clId="{1BAFFECD-D84F-42FD-B99D-959BD41EAA73}" dt="2024-02-12T09:21:25.196" v="343" actId="26606"/>
          <ac:picMkLst>
            <pc:docMk/>
            <pc:sldMk cId="2313882752" sldId="270"/>
            <ac:picMk id="11266" creationId="{9C59727F-4DDF-8B00-64EB-778535ECDA84}"/>
          </ac:picMkLst>
        </pc:picChg>
      </pc:sldChg>
      <pc:sldChg chg="addSp delSp modSp add mod setBg">
        <pc:chgData name="Adam KISS" userId="92690cd7-8256-4558-9713-a350ecd06f5d" providerId="ADAL" clId="{1BAFFECD-D84F-42FD-B99D-959BD41EAA73}" dt="2024-02-12T09:21:27.684" v="344" actId="26606"/>
        <pc:sldMkLst>
          <pc:docMk/>
          <pc:sldMk cId="1501888239" sldId="271"/>
        </pc:sldMkLst>
        <pc:spChg chg="mod">
          <ac:chgData name="Adam KISS" userId="92690cd7-8256-4558-9713-a350ecd06f5d" providerId="ADAL" clId="{1BAFFECD-D84F-42FD-B99D-959BD41EAA73}" dt="2024-02-12T09:21:27.684" v="344" actId="26606"/>
          <ac:spMkLst>
            <pc:docMk/>
            <pc:sldMk cId="1501888239" sldId="271"/>
            <ac:spMk id="2" creationId="{2877A912-9EED-C1C4-6A17-80A2EA15F599}"/>
          </ac:spMkLst>
        </pc:spChg>
        <pc:spChg chg="add del mod">
          <ac:chgData name="Adam KISS" userId="92690cd7-8256-4558-9713-a350ecd06f5d" providerId="ADAL" clId="{1BAFFECD-D84F-42FD-B99D-959BD41EAA73}" dt="2024-02-12T09:03:08.737" v="291" actId="478"/>
          <ac:spMkLst>
            <pc:docMk/>
            <pc:sldMk cId="1501888239" sldId="271"/>
            <ac:spMk id="3" creationId="{EA2C28C4-D778-92B6-4374-063C27ABA60F}"/>
          </ac:spMkLst>
        </pc:spChg>
        <pc:spChg chg="mod">
          <ac:chgData name="Adam KISS" userId="92690cd7-8256-4558-9713-a350ecd06f5d" providerId="ADAL" clId="{1BAFFECD-D84F-42FD-B99D-959BD41EAA73}" dt="2024-02-12T09:21:27.684" v="344" actId="26606"/>
          <ac:spMkLst>
            <pc:docMk/>
            <pc:sldMk cId="1501888239" sldId="271"/>
            <ac:spMk id="7" creationId="{FCBC039C-8616-DB04-6482-5E4C4F3AB2DD}"/>
          </ac:spMkLst>
        </pc:spChg>
        <pc:spChg chg="add">
          <ac:chgData name="Adam KISS" userId="92690cd7-8256-4558-9713-a350ecd06f5d" providerId="ADAL" clId="{1BAFFECD-D84F-42FD-B99D-959BD41EAA73}" dt="2024-02-12T09:21:27.684" v="344" actId="26606"/>
          <ac:spMkLst>
            <pc:docMk/>
            <pc:sldMk cId="1501888239" sldId="271"/>
            <ac:spMk id="12296" creationId="{979E27D9-03C7-44E2-9FF8-15D0C8506AF7}"/>
          </ac:spMkLst>
        </pc:spChg>
        <pc:spChg chg="add">
          <ac:chgData name="Adam KISS" userId="92690cd7-8256-4558-9713-a350ecd06f5d" providerId="ADAL" clId="{1BAFFECD-D84F-42FD-B99D-959BD41EAA73}" dt="2024-02-12T09:21:27.684" v="344" actId="26606"/>
          <ac:spMkLst>
            <pc:docMk/>
            <pc:sldMk cId="1501888239" sldId="271"/>
            <ac:spMk id="12298" creationId="{EEBF1590-3B36-48EE-A89D-3B6F3CB256AB}"/>
          </ac:spMkLst>
        </pc:spChg>
        <pc:spChg chg="add">
          <ac:chgData name="Adam KISS" userId="92690cd7-8256-4558-9713-a350ecd06f5d" providerId="ADAL" clId="{1BAFFECD-D84F-42FD-B99D-959BD41EAA73}" dt="2024-02-12T09:21:27.684" v="344" actId="26606"/>
          <ac:spMkLst>
            <pc:docMk/>
            <pc:sldMk cId="1501888239" sldId="271"/>
            <ac:spMk id="12300" creationId="{AC8F6C8C-AB5A-4548-942D-E3FD40ACBC49}"/>
          </ac:spMkLst>
        </pc:spChg>
        <pc:picChg chg="add del">
          <ac:chgData name="Adam KISS" userId="92690cd7-8256-4558-9713-a350ecd06f5d" providerId="ADAL" clId="{1BAFFECD-D84F-42FD-B99D-959BD41EAA73}" dt="2024-02-12T09:03:25.099" v="298" actId="478"/>
          <ac:picMkLst>
            <pc:docMk/>
            <pc:sldMk cId="1501888239" sldId="271"/>
            <ac:picMk id="11266" creationId="{91AA967C-8D45-619A-E0F7-0CDF4B307F68}"/>
          </ac:picMkLst>
        </pc:picChg>
        <pc:picChg chg="add del mod">
          <ac:chgData name="Adam KISS" userId="92690cd7-8256-4558-9713-a350ecd06f5d" providerId="ADAL" clId="{1BAFFECD-D84F-42FD-B99D-959BD41EAA73}" dt="2024-02-12T09:21:27.684" v="344" actId="26606"/>
          <ac:picMkLst>
            <pc:docMk/>
            <pc:sldMk cId="1501888239" sldId="271"/>
            <ac:picMk id="12291" creationId="{73019074-8B57-71F6-9454-7BFB41454219}"/>
          </ac:picMkLst>
        </pc:picChg>
      </pc:sldChg>
      <pc:sldChg chg="addSp delSp modSp new mod setBg modAnim">
        <pc:chgData name="Adam KISS" userId="92690cd7-8256-4558-9713-a350ecd06f5d" providerId="ADAL" clId="{1BAFFECD-D84F-42FD-B99D-959BD41EAA73}" dt="2024-02-12T09:21:44.082" v="354" actId="1076"/>
        <pc:sldMkLst>
          <pc:docMk/>
          <pc:sldMk cId="2140482237" sldId="272"/>
        </pc:sldMkLst>
        <pc:spChg chg="del mod">
          <ac:chgData name="Adam KISS" userId="92690cd7-8256-4558-9713-a350ecd06f5d" providerId="ADAL" clId="{1BAFFECD-D84F-42FD-B99D-959BD41EAA73}" dt="2024-02-12T09:17:26.728" v="307" actId="478"/>
          <ac:spMkLst>
            <pc:docMk/>
            <pc:sldMk cId="2140482237" sldId="272"/>
            <ac:spMk id="2" creationId="{22CA6784-CAEC-F64B-24D7-63A3D050A19C}"/>
          </ac:spMkLst>
        </pc:spChg>
        <pc:spChg chg="del">
          <ac:chgData name="Adam KISS" userId="92690cd7-8256-4558-9713-a350ecd06f5d" providerId="ADAL" clId="{1BAFFECD-D84F-42FD-B99D-959BD41EAA73}" dt="2024-02-12T09:17:23.071" v="304"/>
          <ac:spMkLst>
            <pc:docMk/>
            <pc:sldMk cId="2140482237" sldId="272"/>
            <ac:spMk id="3" creationId="{673A276E-3936-A520-7CFA-126FD7F6BB3E}"/>
          </ac:spMkLst>
        </pc:spChg>
        <pc:spChg chg="add del">
          <ac:chgData name="Adam KISS" userId="92690cd7-8256-4558-9713-a350ecd06f5d" providerId="ADAL" clId="{1BAFFECD-D84F-42FD-B99D-959BD41EAA73}" dt="2024-02-12T09:21:31.143" v="346" actId="26606"/>
          <ac:spMkLst>
            <pc:docMk/>
            <pc:sldMk cId="2140482237" sldId="272"/>
            <ac:spMk id="8" creationId="{E9C7D319-F82E-C78B-5942-9CE5A57A69F8}"/>
          </ac:spMkLst>
        </pc:spChg>
        <pc:spChg chg="add del">
          <ac:chgData name="Adam KISS" userId="92690cd7-8256-4558-9713-a350ecd06f5d" providerId="ADAL" clId="{1BAFFECD-D84F-42FD-B99D-959BD41EAA73}" dt="2024-02-12T09:21:33.463" v="348" actId="26606"/>
          <ac:spMkLst>
            <pc:docMk/>
            <pc:sldMk cId="2140482237" sldId="272"/>
            <ac:spMk id="9" creationId="{AB8C311F-7253-4AED-9701-7FC0708C41C7}"/>
          </ac:spMkLst>
        </pc:spChg>
        <pc:spChg chg="add del">
          <ac:chgData name="Adam KISS" userId="92690cd7-8256-4558-9713-a350ecd06f5d" providerId="ADAL" clId="{1BAFFECD-D84F-42FD-B99D-959BD41EAA73}" dt="2024-02-12T09:21:31.143" v="346" actId="26606"/>
          <ac:spMkLst>
            <pc:docMk/>
            <pc:sldMk cId="2140482237" sldId="272"/>
            <ac:spMk id="11" creationId="{979E27D9-03C7-44E2-9FF8-15D0C8506AF7}"/>
          </ac:spMkLst>
        </pc:spChg>
        <pc:spChg chg="add del">
          <ac:chgData name="Adam KISS" userId="92690cd7-8256-4558-9713-a350ecd06f5d" providerId="ADAL" clId="{1BAFFECD-D84F-42FD-B99D-959BD41EAA73}" dt="2024-02-12T09:21:31.143" v="346" actId="26606"/>
          <ac:spMkLst>
            <pc:docMk/>
            <pc:sldMk cId="2140482237" sldId="272"/>
            <ac:spMk id="13" creationId="{EEBF1590-3B36-48EE-A89D-3B6F3CB256AB}"/>
          </ac:spMkLst>
        </pc:spChg>
        <pc:spChg chg="add del">
          <ac:chgData name="Adam KISS" userId="92690cd7-8256-4558-9713-a350ecd06f5d" providerId="ADAL" clId="{1BAFFECD-D84F-42FD-B99D-959BD41EAA73}" dt="2024-02-12T09:21:31.143" v="346" actId="26606"/>
          <ac:spMkLst>
            <pc:docMk/>
            <pc:sldMk cId="2140482237" sldId="272"/>
            <ac:spMk id="15" creationId="{AC8F6C8C-AB5A-4548-942D-E3FD40ACBC49}"/>
          </ac:spMkLst>
        </pc:spChg>
        <pc:spChg chg="add del">
          <ac:chgData name="Adam KISS" userId="92690cd7-8256-4558-9713-a350ecd06f5d" providerId="ADAL" clId="{1BAFFECD-D84F-42FD-B99D-959BD41EAA73}" dt="2024-02-12T09:21:33.463" v="348" actId="26606"/>
          <ac:spMkLst>
            <pc:docMk/>
            <pc:sldMk cId="2140482237" sldId="272"/>
            <ac:spMk id="17" creationId="{E2384209-CB15-4CDF-9D31-C44FD9A3F20D}"/>
          </ac:spMkLst>
        </pc:spChg>
        <pc:spChg chg="add del">
          <ac:chgData name="Adam KISS" userId="92690cd7-8256-4558-9713-a350ecd06f5d" providerId="ADAL" clId="{1BAFFECD-D84F-42FD-B99D-959BD41EAA73}" dt="2024-02-12T09:21:33.463" v="348" actId="26606"/>
          <ac:spMkLst>
            <pc:docMk/>
            <pc:sldMk cId="2140482237" sldId="272"/>
            <ac:spMk id="18" creationId="{2633B3B5-CC90-43F0-8714-D31D1F3F0209}"/>
          </ac:spMkLst>
        </pc:spChg>
        <pc:spChg chg="add del">
          <ac:chgData name="Adam KISS" userId="92690cd7-8256-4558-9713-a350ecd06f5d" providerId="ADAL" clId="{1BAFFECD-D84F-42FD-B99D-959BD41EAA73}" dt="2024-02-12T09:21:33.463" v="348" actId="26606"/>
          <ac:spMkLst>
            <pc:docMk/>
            <pc:sldMk cId="2140482237" sldId="272"/>
            <ac:spMk id="19" creationId="{A8D57A06-A426-446D-B02C-A2DC6B62E45E}"/>
          </ac:spMkLst>
        </pc:spChg>
        <pc:spChg chg="add">
          <ac:chgData name="Adam KISS" userId="92690cd7-8256-4558-9713-a350ecd06f5d" providerId="ADAL" clId="{1BAFFECD-D84F-42FD-B99D-959BD41EAA73}" dt="2024-02-12T09:21:33.469" v="349" actId="26606"/>
          <ac:spMkLst>
            <pc:docMk/>
            <pc:sldMk cId="2140482237" sldId="272"/>
            <ac:spMk id="21" creationId="{1B15ED52-F352-441B-82BF-E0EA34836D08}"/>
          </ac:spMkLst>
        </pc:spChg>
        <pc:spChg chg="add">
          <ac:chgData name="Adam KISS" userId="92690cd7-8256-4558-9713-a350ecd06f5d" providerId="ADAL" clId="{1BAFFECD-D84F-42FD-B99D-959BD41EAA73}" dt="2024-02-12T09:21:33.469" v="349" actId="26606"/>
          <ac:spMkLst>
            <pc:docMk/>
            <pc:sldMk cId="2140482237" sldId="272"/>
            <ac:spMk id="22" creationId="{3B2E3793-BFE6-45A2-9B7B-E18844431C99}"/>
          </ac:spMkLst>
        </pc:spChg>
        <pc:spChg chg="add">
          <ac:chgData name="Adam KISS" userId="92690cd7-8256-4558-9713-a350ecd06f5d" providerId="ADAL" clId="{1BAFFECD-D84F-42FD-B99D-959BD41EAA73}" dt="2024-02-12T09:21:33.469" v="349" actId="26606"/>
          <ac:spMkLst>
            <pc:docMk/>
            <pc:sldMk cId="2140482237" sldId="272"/>
            <ac:spMk id="23" creationId="{BC4C4868-CB8F-4AF9-9CDB-8108F2C19B67}"/>
          </ac:spMkLst>
        </pc:spChg>
        <pc:spChg chg="add">
          <ac:chgData name="Adam KISS" userId="92690cd7-8256-4558-9713-a350ecd06f5d" providerId="ADAL" clId="{1BAFFECD-D84F-42FD-B99D-959BD41EAA73}" dt="2024-02-12T09:21:33.469" v="349" actId="26606"/>
          <ac:spMkLst>
            <pc:docMk/>
            <pc:sldMk cId="2140482237" sldId="272"/>
            <ac:spMk id="24" creationId="{375E0459-6403-40CD-989D-56A4407CA12E}"/>
          </ac:spMkLst>
        </pc:spChg>
        <pc:spChg chg="add">
          <ac:chgData name="Adam KISS" userId="92690cd7-8256-4558-9713-a350ecd06f5d" providerId="ADAL" clId="{1BAFFECD-D84F-42FD-B99D-959BD41EAA73}" dt="2024-02-12T09:21:33.469" v="349" actId="26606"/>
          <ac:spMkLst>
            <pc:docMk/>
            <pc:sldMk cId="2140482237" sldId="272"/>
            <ac:spMk id="25" creationId="{53E5B1A8-3AC9-4BD1-9BBC-78CA94F2D1BA}"/>
          </ac:spMkLst>
        </pc:spChg>
        <pc:spChg chg="add del mod">
          <ac:chgData name="Adam KISS" userId="92690cd7-8256-4558-9713-a350ecd06f5d" providerId="ADAL" clId="{1BAFFECD-D84F-42FD-B99D-959BD41EAA73}" dt="2024-02-12T09:21:40.166" v="353" actId="478"/>
          <ac:spMkLst>
            <pc:docMk/>
            <pc:sldMk cId="2140482237" sldId="272"/>
            <ac:spMk id="26" creationId="{53D70DA7-99D7-1F7D-8D14-613B8A4AAE17}"/>
          </ac:spMkLst>
        </pc:spChg>
        <pc:picChg chg="add mod">
          <ac:chgData name="Adam KISS" userId="92690cd7-8256-4558-9713-a350ecd06f5d" providerId="ADAL" clId="{1BAFFECD-D84F-42FD-B99D-959BD41EAA73}" dt="2024-02-12T09:21:44.082" v="354" actId="1076"/>
          <ac:picMkLst>
            <pc:docMk/>
            <pc:sldMk cId="2140482237" sldId="272"/>
            <ac:picMk id="4" creationId="{72669C0C-ACF5-6D6F-C240-198F39E9192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B1F31-CE86-4559-AD95-9D6CA797D9CC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CD2107-E3A9-4157-A751-141FA20CC40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32231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CD2107-E3A9-4157-A751-141FA20CC40A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58575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033EC0-4C38-C6A4-9145-98998446F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44B73B2-CEEE-DEBC-4438-3E003A500B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A082CE0-7FC2-5581-FCF6-346C63EFA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C5104-138E-4FC5-9EEE-3A4A6611D17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CB9336D-D240-7D1B-5B80-1DFA15BC7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D3EA68A-FA5F-3FD1-E279-43891FAF1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25142-2A70-4D1C-B4EC-9B2B457C043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94752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22EC334-E2A6-5C56-5CDD-06BD0C370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C1DF5C4-622E-C35A-BE7A-FCF5B6F7B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2AEBDB6-A05D-FDE0-DD17-6A0174266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C5104-138E-4FC5-9EEE-3A4A6611D17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77659A4-C2E6-EFEC-F2DC-F6E4787D0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5817AF8-C324-D9BD-60DD-4E7E8E96D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25142-2A70-4D1C-B4EC-9B2B457C043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91071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8A4F1A-500F-BFA8-593B-D705B5FEE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72E8F39-7DF1-D0D3-B8EE-172D4A78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4BE4083-1410-9759-099C-864E99DC7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C5104-138E-4FC5-9EEE-3A4A6611D17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9C56E30-4A62-78C8-A328-029A886A4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8E0BD10-B555-688D-B36C-65E4F7597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25142-2A70-4D1C-B4EC-9B2B457C043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8040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38F4C0-DE1A-6EB1-8BB6-B3A33674F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B176E3A-359E-AE19-2DBA-087DFA4FE8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FEC257E-AA6C-D61E-2104-FC77A4B6C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8E97C0C-5FB1-2A87-2EE6-7573AA608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C5104-138E-4FC5-9EEE-3A4A6611D17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D318448-D045-2244-5F22-73BAD0C93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89CF10F-3931-6A49-4E34-301411B0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25142-2A70-4D1C-B4EC-9B2B457C043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75619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7E8B01-9FD2-107A-8BCA-91EB52C2D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70F0A3F-7E2F-FC49-AD59-AA487DBB5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DC92022-0112-D7EB-5905-71FD61D8C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915CF8C-1ABB-EE16-77B5-03ED5F599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DEA104AE-9D5D-FBD5-EFC5-81F9D0351B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BDEF2A1F-3EBB-B46E-D267-4362F34EA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C5104-138E-4FC5-9EEE-3A4A6611D17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3D53806A-4F80-2022-9E0C-1AA5ED5B2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33BB202F-61C5-4C1C-D4F1-BC06398D6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25142-2A70-4D1C-B4EC-9B2B457C043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8285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68E159-A449-D20B-1EDC-865D45FEC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ED4E156-38BF-6E50-AC92-5FB58E106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C5104-138E-4FC5-9EEE-3A4A6611D17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38F99CB-D775-F14E-4641-C8CA3EBE2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2F98E65-484A-E3B0-F136-D10DDEF2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25142-2A70-4D1C-B4EC-9B2B457C043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27612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B5E37399-A04B-E553-0A84-347137015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C5104-138E-4FC5-9EEE-3A4A6611D17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3EEDEDC-AE08-65D2-0420-8DDBC9A2F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3B64CAF-7E39-B195-F418-13A2A0FC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25142-2A70-4D1C-B4EC-9B2B457C043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16717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F687CE-3331-3AB5-027B-F4617BC4C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B704AA8-6DDC-3D96-EEE0-9CB7A0912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7D1527B-ECA3-022D-604A-46AED09BA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655C29D-E094-6BCC-3757-FA5C16899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C5104-138E-4FC5-9EEE-3A4A6611D17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0CB6A-125D-283D-EB0A-E474DFC04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0247B4A-AFEF-1EF6-2311-AB35B7A69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25142-2A70-4D1C-B4EC-9B2B457C043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41071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54F6D1-40CA-FF26-5662-E30883FC8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4420095E-F1A2-62EC-73C1-65B3FD0C63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EE9B94D-6171-54EA-F10D-C770C2207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09CB76C-4ACB-9324-8E69-D6DC1FD1C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C5104-138E-4FC5-9EEE-3A4A6611D17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B4C0EB5-8AF2-E8F2-C682-91FAF264D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4CD9256-24A7-DE72-2143-BAA9A8824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25142-2A70-4D1C-B4EC-9B2B457C043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064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2605C7-C493-88B8-B483-F728F09E6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437093F-FB0E-8F6B-A7E5-116169A501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ACCB29C-1F36-8E0E-E7A0-4099B3D07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C5104-138E-4FC5-9EEE-3A4A6611D17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C16DD4F-5BE4-6E3C-BC20-11729DA72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6EA97A4-95DB-2191-933B-50F2DEF2E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25142-2A70-4D1C-B4EC-9B2B457C043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2278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29F46138-4B14-59AF-FB5E-53DF93043B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58BCD35-2260-1E59-CDBF-91E4B3652B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1EA6137-A106-EA3F-10E8-0DD016A8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C5104-138E-4FC5-9EEE-3A4A6611D17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5165395-6928-6597-CA9C-1D397F691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8B15D5C-1C95-B87B-AF88-21F22B599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25142-2A70-4D1C-B4EC-9B2B457C043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6892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B92B9D32-149F-8E5E-2FCF-C4F4A3C81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6A6B6E9-6762-C59D-B2E8-850A5ADEF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BCA141E-2A1F-D8B7-8BF4-BEDE077D78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C5104-138E-4FC5-9EEE-3A4A6611D17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5C19986-1666-165E-FFEA-D1B5393639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5FB33F-B883-3474-4823-5B1D9E6A1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25142-2A70-4D1C-B4EC-9B2B457C043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2811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hfU-uWWIEiQ?feature=oembed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muraj-cz.com/clanek/active-directory-komponenty-domain-tree-forest-site/" TargetMode="External"/><Relationship Id="rId2" Type="http://schemas.openxmlformats.org/officeDocument/2006/relationships/hyperlink" Target="https://learn.microsoft.com/cs-cz/windows-server/identity/ad-ds/get-started/virtual-dc/active-directory-domain-services-overview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erver-world.info/en/note?os=Windows_Server_2022&amp;p=active_directory&amp;f=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404CFA3-0AB8-6F5D-D2F9-93F35D31C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cs-CZ" sz="4800">
                <a:solidFill>
                  <a:srgbClr val="FFFFFF"/>
                </a:solidFill>
              </a:rPr>
              <a:t>AD DS</a:t>
            </a:r>
            <a:br>
              <a:rPr lang="cs-CZ" sz="4800">
                <a:solidFill>
                  <a:srgbClr val="FFFFFF"/>
                </a:solidFill>
              </a:rPr>
            </a:br>
            <a:r>
              <a:rPr lang="cs-CZ" sz="4800">
                <a:solidFill>
                  <a:srgbClr val="FFFFFF"/>
                </a:solidFill>
              </a:rPr>
              <a:t>(Active Directory Domain Service)</a:t>
            </a:r>
          </a:p>
        </p:txBody>
      </p:sp>
    </p:spTree>
    <p:extLst>
      <p:ext uri="{BB962C8B-B14F-4D97-AF65-F5344CB8AC3E}">
        <p14:creationId xmlns:p14="http://schemas.microsoft.com/office/powerpoint/2010/main" val="1359165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52732FF-39BE-F920-42AF-8F6DCAC54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AD DS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D72F3AC-6847-D7F2-DF38-D90E5D46E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cs-CZ" sz="2000" b="0" i="0">
                <a:effectLst/>
                <a:latin typeface="+mj-lt"/>
              </a:rPr>
              <a:t>Active Directory (AD) je adresářová služba vyvinutá společností Microsoft, která poskytuje centralizovaný a standardizovaný systém pro správu a organizaci informací o síťových prostředcích. </a:t>
            </a:r>
          </a:p>
          <a:p>
            <a:r>
              <a:rPr lang="cs-CZ" sz="2000" b="0" i="0">
                <a:effectLst/>
                <a:latin typeface="+mj-lt"/>
              </a:rPr>
              <a:t>Slouží jako základ pro správu identity a řízení přístupu v síťovém prostředí postaveném na platformě Windows. </a:t>
            </a:r>
          </a:p>
          <a:p>
            <a:r>
              <a:rPr lang="cs-CZ" sz="2000" b="0" i="0">
                <a:effectLst/>
                <a:latin typeface="+mj-lt"/>
              </a:rPr>
              <a:t>Active Directory se běžně používá v podnikových prostředích k usnadnění správy uživatelů, počítačů, tiskáren a dalších síťových prostředků.</a:t>
            </a:r>
            <a:endParaRPr lang="cs-CZ" sz="20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61451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4E28A28-1998-929C-153A-12D48B32E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Klíčové komponenty a funkce Active Directory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96D2D13-DA23-EC62-4072-1F12D19DF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514350" indent="-514350"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cs-CZ" sz="1400" b="1" i="0">
                <a:effectLst/>
                <a:latin typeface="+mj-lt"/>
              </a:rPr>
              <a:t>Domains and Forests: </a:t>
            </a:r>
            <a:r>
              <a:rPr lang="cs-CZ" sz="1400" i="0">
                <a:effectLst/>
                <a:latin typeface="+mj-lt"/>
              </a:rPr>
              <a:t>Active Directory organizuje síťové prostředky do logických kontejnerů nazývaných domény. Kolekce jedné nebo více domén tvoří les. Domény slouží k seskupování a správě prostředků a důvěry mezi doménami umožňují bezpečnou komunikaci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cs-CZ" sz="1400" b="1" i="0">
                <a:effectLst/>
                <a:latin typeface="+mj-lt"/>
              </a:rPr>
              <a:t>Domain Controllers: </a:t>
            </a:r>
            <a:r>
              <a:rPr lang="cs-CZ" sz="1400" i="0">
                <a:effectLst/>
                <a:latin typeface="+mj-lt"/>
              </a:rPr>
              <a:t>Tyto jsou servery, na kterých běží role Active Directory Domain Services (AD DS) a jsou zodpovědné za ověřování uživatelů a prosazování bezpečnostních politik v rámci domény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cs-CZ" sz="1400" b="1">
                <a:latin typeface="+mj-lt"/>
              </a:rPr>
              <a:t>Organizational Units (OUs): </a:t>
            </a:r>
            <a:r>
              <a:rPr lang="cs-CZ" sz="1400">
                <a:latin typeface="+mj-lt"/>
              </a:rPr>
              <a:t>kontejnery v rámci domén, které umožňují logickou organizaci prostředků, jako jsou uživatelé a počítače. OU umožňují administrátorům používat skupinové politiky a delegovat správní úkoly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cs-CZ" sz="1400" b="1">
                <a:latin typeface="+mj-lt"/>
              </a:rPr>
              <a:t>Schema:  </a:t>
            </a:r>
            <a:r>
              <a:rPr lang="cs-CZ" sz="1400">
                <a:latin typeface="+mj-lt"/>
              </a:rPr>
              <a:t>Schéma definuje strukturu a atributy objektů v Active Directory. Zajišťuje konzistenci a standardizaci informací uložených v adresáři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cs-CZ" sz="1400" b="1">
                <a:latin typeface="+mj-lt"/>
              </a:rPr>
              <a:t>Global Catalog: </a:t>
            </a:r>
            <a:r>
              <a:rPr lang="cs-CZ" sz="1400" i="0">
                <a:effectLst/>
                <a:latin typeface="+mj-lt"/>
              </a:rPr>
              <a:t>Globální katalog je distribuovaný datový repozitář, který obsahuje částečnou repliku informací ze všech domén v lese. Umožňuje vyhledávání objektů po celém lese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cs-CZ" sz="1400" b="1">
                <a:latin typeface="+mj-lt"/>
              </a:rPr>
              <a:t>LDAP (Lightweight Directory Access Protocol):</a:t>
            </a:r>
            <a:r>
              <a:rPr lang="cs-CZ" sz="1400">
                <a:latin typeface="+mj-lt"/>
              </a:rPr>
              <a:t> LDAP je standardní protokol používaný Active Directory pro přístup a správu informací v adresáři. Poskytuje soubor pravidel a konvencí pro komunikaci mezi klienty a servery adresáře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cs-CZ" sz="1400" b="1">
                <a:latin typeface="+mj-lt"/>
              </a:rPr>
              <a:t>Kerberos Authentication: </a:t>
            </a:r>
            <a:r>
              <a:rPr lang="cs-CZ" sz="1400">
                <a:latin typeface="+mj-lt"/>
              </a:rPr>
              <a:t>Active Directory používá protokol Kerberos pro bezpečné ověřování. Umožňuje uživatelům a službám prokázat svou identitu v síti a získat přístup k prostředkům.</a:t>
            </a:r>
          </a:p>
        </p:txBody>
      </p:sp>
    </p:spTree>
    <p:extLst>
      <p:ext uri="{BB962C8B-B14F-4D97-AF65-F5344CB8AC3E}">
        <p14:creationId xmlns:p14="http://schemas.microsoft.com/office/powerpoint/2010/main" val="2788267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76D10AE-B0A1-3D38-F257-51150310C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CUI instalace AD DS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1BD92A2B-368F-DBCE-0276-9D335A8B70A8}"/>
              </a:ext>
            </a:extLst>
          </p:cNvPr>
          <p:cNvSpPr txBox="1"/>
          <p:nvPr/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cs-CZ" sz="2000" b="0" i="0" u="none" strike="noStrike" cap="none" normalizeH="0" baseline="0">
                <a:ln>
                  <a:noFill/>
                </a:ln>
                <a:effectLst/>
              </a:rPr>
              <a:t>Spusťte</a:t>
            </a:r>
            <a:r>
              <a:rPr kumimoji="0" lang="en-US" altLang="cs-CZ" sz="2000" b="0" i="0" u="none" strike="noStrike" cap="none" normalizeH="0" baseline="0" dirty="0">
                <a:ln>
                  <a:noFill/>
                </a:ln>
                <a:effectLst/>
              </a:rPr>
              <a:t> PowerShell s </a:t>
            </a:r>
            <a:r>
              <a:rPr kumimoji="0" lang="en-US" altLang="cs-CZ" sz="2000" b="0" i="0" u="none" strike="noStrike" cap="none" normalizeH="0" baseline="0">
                <a:ln>
                  <a:noFill/>
                </a:ln>
                <a:effectLst/>
              </a:rPr>
              <a:t>oprávněním</a:t>
            </a:r>
            <a:r>
              <a:rPr kumimoji="0" lang="en-US" altLang="cs-CZ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cs-CZ" sz="2000" b="0" i="0" u="none" strike="noStrike" cap="none" normalizeH="0" baseline="0">
                <a:ln>
                  <a:noFill/>
                </a:ln>
                <a:effectLst/>
              </a:rPr>
              <a:t>správce</a:t>
            </a:r>
            <a:r>
              <a:rPr kumimoji="0" lang="en-US" altLang="cs-CZ" sz="2000" b="0" i="0" u="none" strike="noStrike" cap="none" normalizeH="0" baseline="0" dirty="0">
                <a:ln>
                  <a:noFill/>
                </a:ln>
                <a:effectLst/>
              </a:rPr>
              <a:t> a </a:t>
            </a:r>
            <a:r>
              <a:rPr kumimoji="0" lang="en-US" altLang="cs-CZ" sz="2000" b="0" i="0" u="none" strike="noStrike" cap="none" normalizeH="0" baseline="0">
                <a:ln>
                  <a:noFill/>
                </a:ln>
                <a:effectLst/>
              </a:rPr>
              <a:t>nainstalujte</a:t>
            </a:r>
            <a:r>
              <a:rPr kumimoji="0" lang="en-US" altLang="cs-CZ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cs-CZ" sz="2000" b="0" i="0" u="none" strike="noStrike" cap="none" normalizeH="0" baseline="0">
                <a:ln>
                  <a:noFill/>
                </a:ln>
                <a:effectLst/>
              </a:rPr>
              <a:t>službu</a:t>
            </a:r>
            <a:r>
              <a:rPr kumimoji="0" lang="en-US" altLang="cs-CZ" sz="2000" b="0" i="0" u="none" strike="noStrike" cap="none" normalizeH="0" baseline="0" dirty="0">
                <a:ln>
                  <a:noFill/>
                </a:ln>
                <a:effectLst/>
              </a:rPr>
              <a:t> AD DS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AC854419-1F6C-FB8C-3FF8-646C3A1619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12442" y="2851548"/>
            <a:ext cx="5201023" cy="741146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3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4" name="Rectangle 2063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F37D6D5-C828-E4C1-BF71-B5D929329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GUI </a:t>
            </a: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instalace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AD DS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D970C3CA-4E8A-6A79-719D-90EA2CFBEEB1}"/>
              </a:ext>
            </a:extLst>
          </p:cNvPr>
          <p:cNvSpPr txBox="1"/>
          <p:nvPr/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Spusťte [Správce serveru] a klikněte na [Přidat role a funkce]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08797FB-6B11-F0CC-55B7-9F8AD084FD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42" y="1271738"/>
            <a:ext cx="5201023" cy="390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6" name="Rectangle 2065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8" name="Rectangle 2067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279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0FDD70-B356-9D43-347D-0DE9D5D1B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04F7256-D0E3-F15B-B23F-5EE5924EA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GUI instalace AD DS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64DA4CA3-742F-FDC0-BFD1-40FD7EE75A2A}"/>
              </a:ext>
            </a:extLst>
          </p:cNvPr>
          <p:cNvSpPr txBox="1"/>
          <p:nvPr/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cs-CZ" sz="2000" b="0" i="0" u="none" strike="noStrike" cap="none" normalizeH="0" baseline="0">
                <a:ln>
                  <a:noFill/>
                </a:ln>
                <a:effectLst/>
              </a:rPr>
              <a:t>Klikněte na tlačítko [Další]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78FDC1F-81EF-4860-852B-3AA30890A61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42" y="1271738"/>
            <a:ext cx="5201023" cy="390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Rectangle 4104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35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90938E-5601-3AD1-11B2-CA68E98AD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8" name="Rectangle 512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642CF61-7364-2346-EC63-626797FD8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GUI instalace AD DS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B94FC3E1-A8EA-7E72-8C81-B23B89163F7D}"/>
              </a:ext>
            </a:extLst>
          </p:cNvPr>
          <p:cNvSpPr txBox="1"/>
          <p:nvPr/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cs-CZ" sz="2000" b="0" i="0" u="none" strike="noStrike" cap="none" normalizeH="0" baseline="0">
                <a:ln>
                  <a:noFill/>
                </a:ln>
                <a:effectLst/>
              </a:rPr>
              <a:t>Vyberte [Instalace na základě rolí nebo funkcí]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16B5AEFF-D4F8-93AD-6BDA-6F3CFB89F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42" y="1271738"/>
            <a:ext cx="5201023" cy="390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0" name="Rectangle 512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2" name="Rectangle 513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13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1CB886-143C-5143-9C48-5FBD156A1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2F3DC8A-23FE-177B-A820-1668E7C5F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GUI instalace AD DS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0D721A86-A48D-0098-A264-9D57A03C4A46}"/>
              </a:ext>
            </a:extLst>
          </p:cNvPr>
          <p:cNvSpPr txBox="1"/>
          <p:nvPr/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cs-CZ" sz="2000" b="0" i="0" u="none" strike="noStrike" cap="none" normalizeH="0" baseline="0">
                <a:ln>
                  <a:noFill/>
                </a:ln>
                <a:effectLst/>
              </a:rPr>
              <a:t>Vyberte hosta, ke kterému chcete přidat služby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9E5664B-FE6C-5A52-A29A-025CC2925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42" y="1271738"/>
            <a:ext cx="5201023" cy="390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3" name="Rectangle 6152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5" name="Rectangle 6154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865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7A68EC-4D5B-42E4-5E9E-2E2A2DDC2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6" name="Rectangle 7175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E526F6-EE61-4DE3-FA35-9AC037ACB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GUI instalace AD DS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35944DAA-5448-6523-95F4-5F3F9E2D9540}"/>
              </a:ext>
            </a:extLst>
          </p:cNvPr>
          <p:cNvSpPr txBox="1"/>
          <p:nvPr/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cs-CZ" sz="2000" b="0" i="0" u="none" strike="noStrike" cap="none" normalizeH="0" baseline="0">
                <a:ln>
                  <a:noFill/>
                </a:ln>
                <a:effectLst/>
              </a:rPr>
              <a:t>Zaškrtněte políčko [Active Directory Domain Services]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AF3CACD3-3FB1-4D5A-8CA9-441DBA381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42" y="1271738"/>
            <a:ext cx="5201023" cy="390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8" name="Rectangle 7177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0" name="Rectangle 7179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313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936470-5017-839A-843A-E6A84B8CB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6" name="Rectangle 7175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172A3BD-E311-9F0A-2707-C097050F9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GUI instalace AD DS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BC9C9FB8-9DE2-330E-6951-CADC1DE15662}"/>
              </a:ext>
            </a:extLst>
          </p:cNvPr>
          <p:cNvSpPr txBox="1"/>
          <p:nvPr/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cs-CZ" sz="2000" b="0" i="0" u="none" strike="noStrike" cap="none" normalizeH="0" baseline="0">
                <a:ln>
                  <a:noFill/>
                </a:ln>
                <a:effectLst/>
              </a:rPr>
              <a:t>Zaškrtněte políčko [Active Directory Domain Services]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E076A843-E037-E49D-D3FF-BA17CAE47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42" y="1271738"/>
            <a:ext cx="5201023" cy="390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8" name="Rectangle 7177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0" name="Rectangle 7179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166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313343-1233-77DB-9142-6E5656708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0" name="Rectangle 819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691A945-BFC0-AD51-EB97-B5D842124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GUI instalace AD DS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6469DAFA-6601-F734-31D0-468DB7F2513C}"/>
              </a:ext>
            </a:extLst>
          </p:cNvPr>
          <p:cNvSpPr txBox="1"/>
          <p:nvPr/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cs-CZ" sz="2000" b="0" i="0" u="none" strike="noStrike" cap="none" normalizeH="0" baseline="0">
                <a:ln>
                  <a:noFill/>
                </a:ln>
                <a:effectLst/>
              </a:rPr>
              <a:t>Přidání služby AD DS vyžaduje další funkce. Klikněte na tlačítko [Přidat funkce]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8195" name="Picture 3">
            <a:extLst>
              <a:ext uri="{FF2B5EF4-FFF2-40B4-BE49-F238E27FC236}">
                <a16:creationId xmlns:a16="http://schemas.microsoft.com/office/drawing/2014/main" id="{6BD1523E-1330-3633-110E-5A9873D23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42" y="1271738"/>
            <a:ext cx="5201023" cy="390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2" name="Rectangle 820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4" name="Rectangle 820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500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F65793-27AC-1553-6ABE-245EE26E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CD6A19E-97BA-8279-5AD1-A60599158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GUI instalace AD DS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60DFC89A-DC15-FB12-D8FE-A7192B0D07D5}"/>
              </a:ext>
            </a:extLst>
          </p:cNvPr>
          <p:cNvSpPr txBox="1"/>
          <p:nvPr/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b="0" i="0">
                <a:effectLst/>
              </a:rPr>
              <a:t>Klikněte na tlačítko [Další]</a:t>
            </a:r>
            <a:endParaRPr lang="en-US" sz="200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1A87CD4C-927D-891E-26A7-23092E011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42" y="1271738"/>
            <a:ext cx="5201023" cy="390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5" name="Rectangle 9224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7" name="Rectangle 9226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882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0063CD-77E4-93D8-2113-D3BCA204C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5BEEB2D-D323-43C4-F5AF-ED207458D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GUI instalace AD DS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84789431-6BC5-410B-8D9D-B10D5AA13CEE}"/>
              </a:ext>
            </a:extLst>
          </p:cNvPr>
          <p:cNvSpPr txBox="1"/>
          <p:nvPr/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b="0" i="0">
                <a:effectLst/>
              </a:rPr>
              <a:t>Klikněte na tlačítko [Další]</a:t>
            </a:r>
            <a:endParaRPr lang="en-US" sz="200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2358AA43-6C77-101A-3BEC-109E2F01B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42" y="1271738"/>
            <a:ext cx="5201023" cy="390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9" name="Rectangle 10248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1" name="Rectangle 10250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069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AC40AB-14EE-BE54-9323-B01BDF252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1" name="Rectangle 11270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BD5372B-DEF7-108F-4303-1938D852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GUI instalace AD DS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4EC3A631-EED4-EC43-5307-C63852C3D326}"/>
              </a:ext>
            </a:extLst>
          </p:cNvPr>
          <p:cNvSpPr txBox="1"/>
          <p:nvPr/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b="0" i="0">
                <a:effectLst/>
              </a:rPr>
              <a:t>Klikněte na tlačítko [Instalovat]</a:t>
            </a:r>
            <a:endParaRPr lang="en-US" sz="200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9C59727F-4DDF-8B00-64EB-778535ECD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42" y="1271738"/>
            <a:ext cx="5201023" cy="390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73" name="Rectangle 11272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5" name="Rectangle 11274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82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37B2B-842D-F7FB-6F97-F0514C282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6" name="Rectangle 12295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877A912-9EED-C1C4-6A17-80A2EA15F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GUI instalace AD DS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FCBC039C-8616-DB04-6482-5E4C4F3AB2DD}"/>
              </a:ext>
            </a:extLst>
          </p:cNvPr>
          <p:cNvSpPr txBox="1"/>
          <p:nvPr/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b="0" i="0">
                <a:effectLst/>
              </a:rPr>
              <a:t>Po dokončení instalace klikněte na tlačítko [Zavřít] </a:t>
            </a:r>
          </a:p>
        </p:txBody>
      </p:sp>
      <p:pic>
        <p:nvPicPr>
          <p:cNvPr id="12291" name="Picture 3">
            <a:extLst>
              <a:ext uri="{FF2B5EF4-FFF2-40B4-BE49-F238E27FC236}">
                <a16:creationId xmlns:a16="http://schemas.microsoft.com/office/drawing/2014/main" id="{73019074-8B57-71F6-9454-7BFB41454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42" y="1271738"/>
            <a:ext cx="5201023" cy="390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98" name="Rectangle 12297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00" name="Rectangle 12299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88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nline médium 3" title="How to Set Up Active Directory in Windows Server 2022 Step by Step Guide #windowsserver2022">
            <a:hlinkClick r:id="" action="ppaction://media"/>
            <a:extLst>
              <a:ext uri="{FF2B5EF4-FFF2-40B4-BE49-F238E27FC236}">
                <a16:creationId xmlns:a16="http://schemas.microsoft.com/office/drawing/2014/main" id="{72669C0C-ACF5-6D6F-C240-198F39E9192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250626" y="1216329"/>
            <a:ext cx="5690748" cy="321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8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D640D23-1F77-57E9-A357-F668262CC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6C05BC1-83AB-7F12-21A1-1BF1FEF02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cs-CZ" sz="2000">
                <a:hlinkClick r:id="rId2"/>
              </a:rPr>
              <a:t>https://learn.microsoft.com/cs-cz/windows-server/identity/ad-ds/get-started/virtual-dc/active-directory-domain-services-overview</a:t>
            </a:r>
            <a:endParaRPr lang="cs-CZ" sz="2000"/>
          </a:p>
          <a:p>
            <a:r>
              <a:rPr lang="cs-CZ" sz="2000">
                <a:hlinkClick r:id="rId3"/>
              </a:rPr>
              <a:t>https://www.samuraj-cz.com/clanek/active-directory-komponenty-domain-tree-forest-site/</a:t>
            </a:r>
            <a:endParaRPr lang="cs-CZ" sz="2000"/>
          </a:p>
          <a:p>
            <a:r>
              <a:rPr lang="cs-CZ" sz="2000">
                <a:hlinkClick r:id="rId4"/>
              </a:rPr>
              <a:t>https://www.server-world.info/en/note?os=Windows_Server_2022&amp;p=active_directory&amp;f=1</a:t>
            </a:r>
            <a:endParaRPr lang="cs-CZ" sz="2000"/>
          </a:p>
          <a:p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18909917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508</Words>
  <Application>Microsoft Office PowerPoint</Application>
  <PresentationFormat>Širokoúhlá obrazovka</PresentationFormat>
  <Paragraphs>42</Paragraphs>
  <Slides>17</Slides>
  <Notes>1</Notes>
  <HiddenSlides>0</HiddenSlides>
  <MMClips>1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Motiv Office</vt:lpstr>
      <vt:lpstr>AD DS (Active Directory Domain Service)</vt:lpstr>
      <vt:lpstr>AD DS</vt:lpstr>
      <vt:lpstr>Klíčové komponenty a funkce Active Directory</vt:lpstr>
      <vt:lpstr>CUI instalace AD DS</vt:lpstr>
      <vt:lpstr>GUI instalace AD DS</vt:lpstr>
      <vt:lpstr>GUI instalace AD DS</vt:lpstr>
      <vt:lpstr>GUI instalace AD DS</vt:lpstr>
      <vt:lpstr>GUI instalace AD DS</vt:lpstr>
      <vt:lpstr>GUI instalace AD DS</vt:lpstr>
      <vt:lpstr>GUI instalace AD DS</vt:lpstr>
      <vt:lpstr>GUI instalace AD DS</vt:lpstr>
      <vt:lpstr>GUI instalace AD DS</vt:lpstr>
      <vt:lpstr>GUI instalace AD DS</vt:lpstr>
      <vt:lpstr>GUI instalace AD DS</vt:lpstr>
      <vt:lpstr>GUI instalace AD DS</vt:lpstr>
      <vt:lpstr>Prezentace aplikace PowerPoint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