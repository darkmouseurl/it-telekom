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66" r:id="rId6"/>
    <p:sldId id="263" r:id="rId7"/>
    <p:sldId id="259" r:id="rId8"/>
    <p:sldId id="264" r:id="rId9"/>
    <p:sldId id="267" r:id="rId10"/>
    <p:sldId id="268" r:id="rId11"/>
    <p:sldId id="265" r:id="rId12"/>
    <p:sldId id="269" r:id="rId13"/>
    <p:sldId id="270" r:id="rId14"/>
    <p:sldId id="273" r:id="rId15"/>
    <p:sldId id="274" r:id="rId16"/>
    <p:sldId id="275" r:id="rId17"/>
    <p:sldId id="260" r:id="rId18"/>
    <p:sldId id="271" r:id="rId19"/>
    <p:sldId id="272" r:id="rId20"/>
    <p:sldId id="262" r:id="rId2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6B40"/>
    <a:srgbClr val="AA9AF0"/>
    <a:srgbClr val="080A1E"/>
    <a:srgbClr val="0D1F2D"/>
    <a:srgbClr val="88C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E1654A-CB22-8458-8F52-4D1B5D6BCC2E}" v="114" dt="2024-02-21T19:26:01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GALAJDA" userId="S::jan.galajda@teleinformatika.eu::a6805ec7-35d1-41c9-bfab-4bee8dbd6b02" providerId="AD" clId="Web-{15995003-1F67-7D5A-EF65-CBB95A325D95}"/>
    <pc:docChg chg="addSld delSld modSld sldOrd">
      <pc:chgData name="Jan GALAJDA" userId="S::jan.galajda@teleinformatika.eu::a6805ec7-35d1-41c9-bfab-4bee8dbd6b02" providerId="AD" clId="Web-{15995003-1F67-7D5A-EF65-CBB95A325D95}" dt="2024-02-19T18:14:29.975" v="1030" actId="1076"/>
      <pc:docMkLst>
        <pc:docMk/>
      </pc:docMkLst>
      <pc:sldChg chg="modSp">
        <pc:chgData name="Jan GALAJDA" userId="S::jan.galajda@teleinformatika.eu::a6805ec7-35d1-41c9-bfab-4bee8dbd6b02" providerId="AD" clId="Web-{15995003-1F67-7D5A-EF65-CBB95A325D95}" dt="2024-02-19T17:58:44.169" v="882" actId="20577"/>
        <pc:sldMkLst>
          <pc:docMk/>
          <pc:sldMk cId="1836028841" sldId="259"/>
        </pc:sldMkLst>
        <pc:spChg chg="mod">
          <ac:chgData name="Jan GALAJDA" userId="S::jan.galajda@teleinformatika.eu::a6805ec7-35d1-41c9-bfab-4bee8dbd6b02" providerId="AD" clId="Web-{15995003-1F67-7D5A-EF65-CBB95A325D95}" dt="2024-02-19T17:58:44.169" v="882" actId="20577"/>
          <ac:spMkLst>
            <pc:docMk/>
            <pc:sldMk cId="1836028841" sldId="259"/>
            <ac:spMk id="3" creationId="{95552A2F-470F-FBE3-F7DB-5DB53CCE6C27}"/>
          </ac:spMkLst>
        </pc:spChg>
      </pc:sldChg>
      <pc:sldChg chg="addSp delSp modSp">
        <pc:chgData name="Jan GALAJDA" userId="S::jan.galajda@teleinformatika.eu::a6805ec7-35d1-41c9-bfab-4bee8dbd6b02" providerId="AD" clId="Web-{15995003-1F67-7D5A-EF65-CBB95A325D95}" dt="2024-02-19T18:10:13.835" v="991" actId="1076"/>
        <pc:sldMkLst>
          <pc:docMk/>
          <pc:sldMk cId="2447676802" sldId="260"/>
        </pc:sldMkLst>
        <pc:spChg chg="mod">
          <ac:chgData name="Jan GALAJDA" userId="S::jan.galajda@teleinformatika.eu::a6805ec7-35d1-41c9-bfab-4bee8dbd6b02" providerId="AD" clId="Web-{15995003-1F67-7D5A-EF65-CBB95A325D95}" dt="2024-02-19T18:09:20.707" v="984" actId="20577"/>
          <ac:spMkLst>
            <pc:docMk/>
            <pc:sldMk cId="2447676802" sldId="260"/>
            <ac:spMk id="3" creationId="{95552A2F-470F-FBE3-F7DB-5DB53CCE6C27}"/>
          </ac:spMkLst>
        </pc:spChg>
        <pc:picChg chg="add mod">
          <ac:chgData name="Jan GALAJDA" userId="S::jan.galajda@teleinformatika.eu::a6805ec7-35d1-41c9-bfab-4bee8dbd6b02" providerId="AD" clId="Web-{15995003-1F67-7D5A-EF65-CBB95A325D95}" dt="2024-02-19T18:10:13.835" v="991" actId="1076"/>
          <ac:picMkLst>
            <pc:docMk/>
            <pc:sldMk cId="2447676802" sldId="260"/>
            <ac:picMk id="5" creationId="{DB42FB63-DA7E-4F82-D4A2-59203BF6270C}"/>
          </ac:picMkLst>
        </pc:picChg>
        <pc:picChg chg="del">
          <ac:chgData name="Jan GALAJDA" userId="S::jan.galajda@teleinformatika.eu::a6805ec7-35d1-41c9-bfab-4bee8dbd6b02" providerId="AD" clId="Web-{15995003-1F67-7D5A-EF65-CBB95A325D95}" dt="2024-02-19T18:10:09.304" v="990"/>
          <ac:picMkLst>
            <pc:docMk/>
            <pc:sldMk cId="2447676802" sldId="260"/>
            <ac:picMk id="3074" creationId="{81C102D3-F009-BACA-ADD5-D30A16767DE3}"/>
          </ac:picMkLst>
        </pc:picChg>
      </pc:sldChg>
      <pc:sldChg chg="modSp">
        <pc:chgData name="Jan GALAJDA" userId="S::jan.galajda@teleinformatika.eu::a6805ec7-35d1-41c9-bfab-4bee8dbd6b02" providerId="AD" clId="Web-{15995003-1F67-7D5A-EF65-CBB95A325D95}" dt="2024-02-19T17:58:23.183" v="879" actId="20577"/>
        <pc:sldMkLst>
          <pc:docMk/>
          <pc:sldMk cId="2220427552" sldId="263"/>
        </pc:sldMkLst>
        <pc:spChg chg="mod">
          <ac:chgData name="Jan GALAJDA" userId="S::jan.galajda@teleinformatika.eu::a6805ec7-35d1-41c9-bfab-4bee8dbd6b02" providerId="AD" clId="Web-{15995003-1F67-7D5A-EF65-CBB95A325D95}" dt="2024-02-19T17:58:23.183" v="879" actId="20577"/>
          <ac:spMkLst>
            <pc:docMk/>
            <pc:sldMk cId="2220427552" sldId="263"/>
            <ac:spMk id="3" creationId="{95552A2F-470F-FBE3-F7DB-5DB53CCE6C27}"/>
          </ac:spMkLst>
        </pc:spChg>
      </pc:sldChg>
      <pc:sldChg chg="addSp delSp modSp">
        <pc:chgData name="Jan GALAJDA" userId="S::jan.galajda@teleinformatika.eu::a6805ec7-35d1-41c9-bfab-4bee8dbd6b02" providerId="AD" clId="Web-{15995003-1F67-7D5A-EF65-CBB95A325D95}" dt="2024-02-19T17:59:46.423" v="893" actId="1076"/>
        <pc:sldMkLst>
          <pc:docMk/>
          <pc:sldMk cId="352691111" sldId="264"/>
        </pc:sldMkLst>
        <pc:spChg chg="mod">
          <ac:chgData name="Jan GALAJDA" userId="S::jan.galajda@teleinformatika.eu::a6805ec7-35d1-41c9-bfab-4bee8dbd6b02" providerId="AD" clId="Web-{15995003-1F67-7D5A-EF65-CBB95A325D95}" dt="2024-02-19T17:44:24.774" v="600" actId="20577"/>
          <ac:spMkLst>
            <pc:docMk/>
            <pc:sldMk cId="352691111" sldId="264"/>
            <ac:spMk id="3" creationId="{95552A2F-470F-FBE3-F7DB-5DB53CCE6C27}"/>
          </ac:spMkLst>
        </pc:spChg>
        <pc:picChg chg="add del mod">
          <ac:chgData name="Jan GALAJDA" userId="S::jan.galajda@teleinformatika.eu::a6805ec7-35d1-41c9-bfab-4bee8dbd6b02" providerId="AD" clId="Web-{15995003-1F67-7D5A-EF65-CBB95A325D95}" dt="2024-02-19T17:59:46.423" v="893" actId="1076"/>
          <ac:picMkLst>
            <pc:docMk/>
            <pc:sldMk cId="352691111" sldId="264"/>
            <ac:picMk id="5" creationId="{3C7F8508-640D-DCEF-95FA-F511A4CE7BAA}"/>
          </ac:picMkLst>
        </pc:picChg>
        <pc:picChg chg="del">
          <ac:chgData name="Jan GALAJDA" userId="S::jan.galajda@teleinformatika.eu::a6805ec7-35d1-41c9-bfab-4bee8dbd6b02" providerId="AD" clId="Web-{15995003-1F67-7D5A-EF65-CBB95A325D95}" dt="2024-02-19T17:59:43.251" v="892"/>
          <ac:picMkLst>
            <pc:docMk/>
            <pc:sldMk cId="352691111" sldId="264"/>
            <ac:picMk id="8" creationId="{DF967A8A-A053-B6D3-6472-FD03F31D0125}"/>
          </ac:picMkLst>
        </pc:picChg>
      </pc:sldChg>
      <pc:sldChg chg="addSp delSp modSp">
        <pc:chgData name="Jan GALAJDA" userId="S::jan.galajda@teleinformatika.eu::a6805ec7-35d1-41c9-bfab-4bee8dbd6b02" providerId="AD" clId="Web-{15995003-1F67-7D5A-EF65-CBB95A325D95}" dt="2024-02-19T18:06:11.258" v="960" actId="1076"/>
        <pc:sldMkLst>
          <pc:docMk/>
          <pc:sldMk cId="776866104" sldId="265"/>
        </pc:sldMkLst>
        <pc:picChg chg="add mod">
          <ac:chgData name="Jan GALAJDA" userId="S::jan.galajda@teleinformatika.eu::a6805ec7-35d1-41c9-bfab-4bee8dbd6b02" providerId="AD" clId="Web-{15995003-1F67-7D5A-EF65-CBB95A325D95}" dt="2024-02-19T18:06:11.258" v="960" actId="1076"/>
          <ac:picMkLst>
            <pc:docMk/>
            <pc:sldMk cId="776866104" sldId="265"/>
            <ac:picMk id="5" creationId="{E990AE87-C362-92D1-9BCA-BFF3A0618678}"/>
          </ac:picMkLst>
        </pc:picChg>
        <pc:picChg chg="del">
          <ac:chgData name="Jan GALAJDA" userId="S::jan.galajda@teleinformatika.eu::a6805ec7-35d1-41c9-bfab-4bee8dbd6b02" providerId="AD" clId="Web-{15995003-1F67-7D5A-EF65-CBB95A325D95}" dt="2024-02-19T18:06:09.664" v="959"/>
          <ac:picMkLst>
            <pc:docMk/>
            <pc:sldMk cId="776866104" sldId="265"/>
            <ac:picMk id="8" creationId="{62606AB7-0B5C-4DC0-4C4C-37271C071191}"/>
          </ac:picMkLst>
        </pc:picChg>
      </pc:sldChg>
      <pc:sldChg chg="addSp delSp modSp">
        <pc:chgData name="Jan GALAJDA" userId="S::jan.galajda@teleinformatika.eu::a6805ec7-35d1-41c9-bfab-4bee8dbd6b02" providerId="AD" clId="Web-{15995003-1F67-7D5A-EF65-CBB95A325D95}" dt="2024-02-19T18:14:29.975" v="1030" actId="1076"/>
        <pc:sldMkLst>
          <pc:docMk/>
          <pc:sldMk cId="974417385" sldId="266"/>
        </pc:sldMkLst>
        <pc:spChg chg="mod">
          <ac:chgData name="Jan GALAJDA" userId="S::jan.galajda@teleinformatika.eu::a6805ec7-35d1-41c9-bfab-4bee8dbd6b02" providerId="AD" clId="Web-{15995003-1F67-7D5A-EF65-CBB95A325D95}" dt="2024-02-19T18:12:56.095" v="1015" actId="20577"/>
          <ac:spMkLst>
            <pc:docMk/>
            <pc:sldMk cId="974417385" sldId="266"/>
            <ac:spMk id="3" creationId="{95552A2F-470F-FBE3-F7DB-5DB53CCE6C27}"/>
          </ac:spMkLst>
        </pc:spChg>
        <pc:picChg chg="add mod">
          <ac:chgData name="Jan GALAJDA" userId="S::jan.galajda@teleinformatika.eu::a6805ec7-35d1-41c9-bfab-4bee8dbd6b02" providerId="AD" clId="Web-{15995003-1F67-7D5A-EF65-CBB95A325D95}" dt="2024-02-19T18:14:29.975" v="1030" actId="1076"/>
          <ac:picMkLst>
            <pc:docMk/>
            <pc:sldMk cId="974417385" sldId="266"/>
            <ac:picMk id="5" creationId="{0EF1FA67-082A-FDC0-B01B-3BD08B6BE366}"/>
          </ac:picMkLst>
        </pc:picChg>
        <pc:picChg chg="del">
          <ac:chgData name="Jan GALAJDA" userId="S::jan.galajda@teleinformatika.eu::a6805ec7-35d1-41c9-bfab-4bee8dbd6b02" providerId="AD" clId="Web-{15995003-1F67-7D5A-EF65-CBB95A325D95}" dt="2024-02-19T18:14:24.835" v="1029"/>
          <ac:picMkLst>
            <pc:docMk/>
            <pc:sldMk cId="974417385" sldId="266"/>
            <ac:picMk id="8" creationId="{DF967A8A-A053-B6D3-6472-FD03F31D0125}"/>
          </ac:picMkLst>
        </pc:picChg>
      </pc:sldChg>
      <pc:sldChg chg="addSp delSp modSp add ord replId">
        <pc:chgData name="Jan GALAJDA" userId="S::jan.galajda@teleinformatika.eu::a6805ec7-35d1-41c9-bfab-4bee8dbd6b02" providerId="AD" clId="Web-{15995003-1F67-7D5A-EF65-CBB95A325D95}" dt="2024-02-19T18:03:38.015" v="940" actId="20577"/>
        <pc:sldMkLst>
          <pc:docMk/>
          <pc:sldMk cId="2754551467" sldId="267"/>
        </pc:sldMkLst>
        <pc:spChg chg="mod">
          <ac:chgData name="Jan GALAJDA" userId="S::jan.galajda@teleinformatika.eu::a6805ec7-35d1-41c9-bfab-4bee8dbd6b02" providerId="AD" clId="Web-{15995003-1F67-7D5A-EF65-CBB95A325D95}" dt="2024-02-19T15:23:35.579" v="30" actId="20577"/>
          <ac:spMkLst>
            <pc:docMk/>
            <pc:sldMk cId="2754551467" sldId="267"/>
            <ac:spMk id="2" creationId="{09E287C9-2783-47FA-35F8-824098800569}"/>
          </ac:spMkLst>
        </pc:spChg>
        <pc:spChg chg="mod">
          <ac:chgData name="Jan GALAJDA" userId="S::jan.galajda@teleinformatika.eu::a6805ec7-35d1-41c9-bfab-4bee8dbd6b02" providerId="AD" clId="Web-{15995003-1F67-7D5A-EF65-CBB95A325D95}" dt="2024-02-19T18:03:38.015" v="940" actId="20577"/>
          <ac:spMkLst>
            <pc:docMk/>
            <pc:sldMk cId="2754551467" sldId="267"/>
            <ac:spMk id="3" creationId="{906EB7BB-031F-CF38-8CA8-612F62338885}"/>
          </ac:spMkLst>
        </pc:spChg>
        <pc:picChg chg="add mod">
          <ac:chgData name="Jan GALAJDA" userId="S::jan.galajda@teleinformatika.eu::a6805ec7-35d1-41c9-bfab-4bee8dbd6b02" providerId="AD" clId="Web-{15995003-1F67-7D5A-EF65-CBB95A325D95}" dt="2024-02-19T18:02:39.417" v="924" actId="1076"/>
          <ac:picMkLst>
            <pc:docMk/>
            <pc:sldMk cId="2754551467" sldId="267"/>
            <ac:picMk id="5" creationId="{5F4057DE-4160-AFA8-6792-BFA458B8B55B}"/>
          </ac:picMkLst>
        </pc:picChg>
        <pc:picChg chg="add del">
          <ac:chgData name="Jan GALAJDA" userId="S::jan.galajda@teleinformatika.eu::a6805ec7-35d1-41c9-bfab-4bee8dbd6b02" providerId="AD" clId="Web-{15995003-1F67-7D5A-EF65-CBB95A325D95}" dt="2024-02-19T18:02:36.745" v="923"/>
          <ac:picMkLst>
            <pc:docMk/>
            <pc:sldMk cId="2754551467" sldId="267"/>
            <ac:picMk id="8" creationId="{62606AB7-0B5C-4DC0-4C4C-37271C071191}"/>
          </ac:picMkLst>
        </pc:picChg>
      </pc:sldChg>
      <pc:sldChg chg="addSp delSp modSp add replId">
        <pc:chgData name="Jan GALAJDA" userId="S::jan.galajda@teleinformatika.eu::a6805ec7-35d1-41c9-bfab-4bee8dbd6b02" providerId="AD" clId="Web-{15995003-1F67-7D5A-EF65-CBB95A325D95}" dt="2024-02-19T18:05:15.599" v="954" actId="1076"/>
        <pc:sldMkLst>
          <pc:docMk/>
          <pc:sldMk cId="2068714221" sldId="268"/>
        </pc:sldMkLst>
        <pc:spChg chg="mod">
          <ac:chgData name="Jan GALAJDA" userId="S::jan.galajda@teleinformatika.eu::a6805ec7-35d1-41c9-bfab-4bee8dbd6b02" providerId="AD" clId="Web-{15995003-1F67-7D5A-EF65-CBB95A325D95}" dt="2024-02-19T18:02:59.044" v="925" actId="20577"/>
          <ac:spMkLst>
            <pc:docMk/>
            <pc:sldMk cId="2068714221" sldId="268"/>
            <ac:spMk id="2" creationId="{09E287C9-2783-47FA-35F8-824098800569}"/>
          </ac:spMkLst>
        </pc:spChg>
        <pc:spChg chg="mod">
          <ac:chgData name="Jan GALAJDA" userId="S::jan.galajda@teleinformatika.eu::a6805ec7-35d1-41c9-bfab-4bee8dbd6b02" providerId="AD" clId="Web-{15995003-1F67-7D5A-EF65-CBB95A325D95}" dt="2024-02-19T18:03:51.812" v="942" actId="20577"/>
          <ac:spMkLst>
            <pc:docMk/>
            <pc:sldMk cId="2068714221" sldId="268"/>
            <ac:spMk id="3" creationId="{906EB7BB-031F-CF38-8CA8-612F62338885}"/>
          </ac:spMkLst>
        </pc:spChg>
        <pc:picChg chg="add del mod">
          <ac:chgData name="Jan GALAJDA" userId="S::jan.galajda@teleinformatika.eu::a6805ec7-35d1-41c9-bfab-4bee8dbd6b02" providerId="AD" clId="Web-{15995003-1F67-7D5A-EF65-CBB95A325D95}" dt="2024-02-19T18:05:15.599" v="954" actId="1076"/>
          <ac:picMkLst>
            <pc:docMk/>
            <pc:sldMk cId="2068714221" sldId="268"/>
            <ac:picMk id="5" creationId="{1E21357B-8598-91D2-DFE0-1F20D9851E3D}"/>
          </ac:picMkLst>
        </pc:picChg>
        <pc:picChg chg="del mod">
          <ac:chgData name="Jan GALAJDA" userId="S::jan.galajda@teleinformatika.eu::a6805ec7-35d1-41c9-bfab-4bee8dbd6b02" providerId="AD" clId="Web-{15995003-1F67-7D5A-EF65-CBB95A325D95}" dt="2024-02-19T18:05:13.739" v="953"/>
          <ac:picMkLst>
            <pc:docMk/>
            <pc:sldMk cId="2068714221" sldId="268"/>
            <ac:picMk id="8" creationId="{62606AB7-0B5C-4DC0-4C4C-37271C071191}"/>
          </ac:picMkLst>
        </pc:picChg>
      </pc:sldChg>
      <pc:sldChg chg="addSp delSp modSp add del replId">
        <pc:chgData name="Jan GALAJDA" userId="S::jan.galajda@teleinformatika.eu::a6805ec7-35d1-41c9-bfab-4bee8dbd6b02" providerId="AD" clId="Web-{15995003-1F67-7D5A-EF65-CBB95A325D95}" dt="2024-02-19T17:30:42.194" v="178"/>
        <pc:sldMkLst>
          <pc:docMk/>
          <pc:sldMk cId="3664205972" sldId="268"/>
        </pc:sldMkLst>
        <pc:spChg chg="mod">
          <ac:chgData name="Jan GALAJDA" userId="S::jan.galajda@teleinformatika.eu::a6805ec7-35d1-41c9-bfab-4bee8dbd6b02" providerId="AD" clId="Web-{15995003-1F67-7D5A-EF65-CBB95A325D95}" dt="2024-02-19T15:28:16.696" v="138" actId="20577"/>
          <ac:spMkLst>
            <pc:docMk/>
            <pc:sldMk cId="3664205972" sldId="268"/>
            <ac:spMk id="2" creationId="{09E287C9-2783-47FA-35F8-824098800569}"/>
          </ac:spMkLst>
        </pc:spChg>
        <pc:spChg chg="mod">
          <ac:chgData name="Jan GALAJDA" userId="S::jan.galajda@teleinformatika.eu::a6805ec7-35d1-41c9-bfab-4bee8dbd6b02" providerId="AD" clId="Web-{15995003-1F67-7D5A-EF65-CBB95A325D95}" dt="2024-02-19T15:28:55.634" v="173" actId="20577"/>
          <ac:spMkLst>
            <pc:docMk/>
            <pc:sldMk cId="3664205972" sldId="268"/>
            <ac:spMk id="3" creationId="{906EB7BB-031F-CF38-8CA8-612F62338885}"/>
          </ac:spMkLst>
        </pc:spChg>
        <pc:spChg chg="del">
          <ac:chgData name="Jan GALAJDA" userId="S::jan.galajda@teleinformatika.eu::a6805ec7-35d1-41c9-bfab-4bee8dbd6b02" providerId="AD" clId="Web-{15995003-1F67-7D5A-EF65-CBB95A325D95}" dt="2024-02-19T15:28:20.243" v="140"/>
          <ac:spMkLst>
            <pc:docMk/>
            <pc:sldMk cId="3664205972" sldId="268"/>
            <ac:spMk id="4" creationId="{6079613F-DC8E-28F8-A6D7-FC87D4930A37}"/>
          </ac:spMkLst>
        </pc:spChg>
        <pc:picChg chg="add mod">
          <ac:chgData name="Jan GALAJDA" userId="S::jan.galajda@teleinformatika.eu::a6805ec7-35d1-41c9-bfab-4bee8dbd6b02" providerId="AD" clId="Web-{15995003-1F67-7D5A-EF65-CBB95A325D95}" dt="2024-02-19T15:30:57.387" v="175" actId="1076"/>
          <ac:picMkLst>
            <pc:docMk/>
            <pc:sldMk cId="3664205972" sldId="268"/>
            <ac:picMk id="5" creationId="{18A8530F-F0D9-F2E6-2BE1-2ECFDD107637}"/>
          </ac:picMkLst>
        </pc:picChg>
        <pc:picChg chg="del">
          <ac:chgData name="Jan GALAJDA" userId="S::jan.galajda@teleinformatika.eu::a6805ec7-35d1-41c9-bfab-4bee8dbd6b02" providerId="AD" clId="Web-{15995003-1F67-7D5A-EF65-CBB95A325D95}" dt="2024-02-19T15:28:20.946" v="141"/>
          <ac:picMkLst>
            <pc:docMk/>
            <pc:sldMk cId="3664205972" sldId="268"/>
            <ac:picMk id="6" creationId="{BF42AE87-F9E2-2490-36AC-8E8DB581B8EB}"/>
          </ac:picMkLst>
        </pc:picChg>
        <pc:picChg chg="add mod">
          <ac:chgData name="Jan GALAJDA" userId="S::jan.galajda@teleinformatika.eu::a6805ec7-35d1-41c9-bfab-4bee8dbd6b02" providerId="AD" clId="Web-{15995003-1F67-7D5A-EF65-CBB95A325D95}" dt="2024-02-19T15:32:07.077" v="177" actId="1076"/>
          <ac:picMkLst>
            <pc:docMk/>
            <pc:sldMk cId="3664205972" sldId="268"/>
            <ac:picMk id="7" creationId="{99DF4CE1-2AD9-CF75-8674-5545A34BE9C0}"/>
          </ac:picMkLst>
        </pc:picChg>
        <pc:picChg chg="del">
          <ac:chgData name="Jan GALAJDA" userId="S::jan.galajda@teleinformatika.eu::a6805ec7-35d1-41c9-bfab-4bee8dbd6b02" providerId="AD" clId="Web-{15995003-1F67-7D5A-EF65-CBB95A325D95}" dt="2024-02-19T15:28:18.727" v="139"/>
          <ac:picMkLst>
            <pc:docMk/>
            <pc:sldMk cId="3664205972" sldId="268"/>
            <ac:picMk id="8" creationId="{62606AB7-0B5C-4DC0-4C4C-37271C071191}"/>
          </ac:picMkLst>
        </pc:picChg>
      </pc:sldChg>
      <pc:sldChg chg="addSp delSp modSp add ord replId">
        <pc:chgData name="Jan GALAJDA" userId="S::jan.galajda@teleinformatika.eu::a6805ec7-35d1-41c9-bfab-4bee8dbd6b02" providerId="AD" clId="Web-{15995003-1F67-7D5A-EF65-CBB95A325D95}" dt="2024-02-19T18:06:42.932" v="965" actId="20577"/>
        <pc:sldMkLst>
          <pc:docMk/>
          <pc:sldMk cId="1282975556" sldId="269"/>
        </pc:sldMkLst>
        <pc:spChg chg="mod">
          <ac:chgData name="Jan GALAJDA" userId="S::jan.galajda@teleinformatika.eu::a6805ec7-35d1-41c9-bfab-4bee8dbd6b02" providerId="AD" clId="Web-{15995003-1F67-7D5A-EF65-CBB95A325D95}" dt="2024-02-19T18:03:07.591" v="927" actId="20577"/>
          <ac:spMkLst>
            <pc:docMk/>
            <pc:sldMk cId="1282975556" sldId="269"/>
            <ac:spMk id="2" creationId="{09E287C9-2783-47FA-35F8-824098800569}"/>
          </ac:spMkLst>
        </pc:spChg>
        <pc:spChg chg="mod">
          <ac:chgData name="Jan GALAJDA" userId="S::jan.galajda@teleinformatika.eu::a6805ec7-35d1-41c9-bfab-4bee8dbd6b02" providerId="AD" clId="Web-{15995003-1F67-7D5A-EF65-CBB95A325D95}" dt="2024-02-19T18:06:42.932" v="965" actId="20577"/>
          <ac:spMkLst>
            <pc:docMk/>
            <pc:sldMk cId="1282975556" sldId="269"/>
            <ac:spMk id="3" creationId="{906EB7BB-031F-CF38-8CA8-612F62338885}"/>
          </ac:spMkLst>
        </pc:spChg>
        <pc:picChg chg="add mod">
          <ac:chgData name="Jan GALAJDA" userId="S::jan.galajda@teleinformatika.eu::a6805ec7-35d1-41c9-bfab-4bee8dbd6b02" providerId="AD" clId="Web-{15995003-1F67-7D5A-EF65-CBB95A325D95}" dt="2024-02-19T18:06:32.634" v="964" actId="1076"/>
          <ac:picMkLst>
            <pc:docMk/>
            <pc:sldMk cId="1282975556" sldId="269"/>
            <ac:picMk id="7" creationId="{F96A97B3-BFB6-2ECA-0CC9-9D889478CEBD}"/>
          </ac:picMkLst>
        </pc:picChg>
        <pc:picChg chg="del">
          <ac:chgData name="Jan GALAJDA" userId="S::jan.galajda@teleinformatika.eu::a6805ec7-35d1-41c9-bfab-4bee8dbd6b02" providerId="AD" clId="Web-{15995003-1F67-7D5A-EF65-CBB95A325D95}" dt="2024-02-19T18:06:29.978" v="963"/>
          <ac:picMkLst>
            <pc:docMk/>
            <pc:sldMk cId="1282975556" sldId="269"/>
            <ac:picMk id="8" creationId="{62606AB7-0B5C-4DC0-4C4C-37271C071191}"/>
          </ac:picMkLst>
        </pc:picChg>
      </pc:sldChg>
      <pc:sldChg chg="add del ord replId">
        <pc:chgData name="Jan GALAJDA" userId="S::jan.galajda@teleinformatika.eu::a6805ec7-35d1-41c9-bfab-4bee8dbd6b02" providerId="AD" clId="Web-{15995003-1F67-7D5A-EF65-CBB95A325D95}" dt="2024-02-19T17:34:30.473" v="322"/>
        <pc:sldMkLst>
          <pc:docMk/>
          <pc:sldMk cId="1172622913" sldId="270"/>
        </pc:sldMkLst>
      </pc:sldChg>
      <pc:sldChg chg="addSp delSp modSp add replId">
        <pc:chgData name="Jan GALAJDA" userId="S::jan.galajda@teleinformatika.eu::a6805ec7-35d1-41c9-bfab-4bee8dbd6b02" providerId="AD" clId="Web-{15995003-1F67-7D5A-EF65-CBB95A325D95}" dt="2024-02-19T18:08:55.784" v="983" actId="20577"/>
        <pc:sldMkLst>
          <pc:docMk/>
          <pc:sldMk cId="2851206787" sldId="270"/>
        </pc:sldMkLst>
        <pc:spChg chg="mod">
          <ac:chgData name="Jan GALAJDA" userId="S::jan.galajda@teleinformatika.eu::a6805ec7-35d1-41c9-bfab-4bee8dbd6b02" providerId="AD" clId="Web-{15995003-1F67-7D5A-EF65-CBB95A325D95}" dt="2024-02-19T17:35:43.477" v="331" actId="20577"/>
          <ac:spMkLst>
            <pc:docMk/>
            <pc:sldMk cId="2851206787" sldId="270"/>
            <ac:spMk id="2" creationId="{09E287C9-2783-47FA-35F8-824098800569}"/>
          </ac:spMkLst>
        </pc:spChg>
        <pc:spChg chg="mod">
          <ac:chgData name="Jan GALAJDA" userId="S::jan.galajda@teleinformatika.eu::a6805ec7-35d1-41c9-bfab-4bee8dbd6b02" providerId="AD" clId="Web-{15995003-1F67-7D5A-EF65-CBB95A325D95}" dt="2024-02-19T18:08:55.784" v="983" actId="20577"/>
          <ac:spMkLst>
            <pc:docMk/>
            <pc:sldMk cId="2851206787" sldId="270"/>
            <ac:spMk id="3" creationId="{906EB7BB-031F-CF38-8CA8-612F62338885}"/>
          </ac:spMkLst>
        </pc:spChg>
        <pc:picChg chg="add mod">
          <ac:chgData name="Jan GALAJDA" userId="S::jan.galajda@teleinformatika.eu::a6805ec7-35d1-41c9-bfab-4bee8dbd6b02" providerId="AD" clId="Web-{15995003-1F67-7D5A-EF65-CBB95A325D95}" dt="2024-02-19T18:08:28.204" v="977" actId="1076"/>
          <ac:picMkLst>
            <pc:docMk/>
            <pc:sldMk cId="2851206787" sldId="270"/>
            <ac:picMk id="5" creationId="{2FD72641-6FF3-A956-0BF9-10A170B98BC5}"/>
          </ac:picMkLst>
        </pc:picChg>
        <pc:picChg chg="del">
          <ac:chgData name="Jan GALAJDA" userId="S::jan.galajda@teleinformatika.eu::a6805ec7-35d1-41c9-bfab-4bee8dbd6b02" providerId="AD" clId="Web-{15995003-1F67-7D5A-EF65-CBB95A325D95}" dt="2024-02-19T18:08:25.047" v="976"/>
          <ac:picMkLst>
            <pc:docMk/>
            <pc:sldMk cId="2851206787" sldId="270"/>
            <ac:picMk id="8" creationId="{62606AB7-0B5C-4DC0-4C4C-37271C071191}"/>
          </ac:picMkLst>
        </pc:picChg>
      </pc:sldChg>
      <pc:sldChg chg="addSp delSp modSp add ord replId">
        <pc:chgData name="Jan GALAJDA" userId="S::jan.galajda@teleinformatika.eu::a6805ec7-35d1-41c9-bfab-4bee8dbd6b02" providerId="AD" clId="Web-{15995003-1F67-7D5A-EF65-CBB95A325D95}" dt="2024-02-19T18:12:05.467" v="1006" actId="1076"/>
        <pc:sldMkLst>
          <pc:docMk/>
          <pc:sldMk cId="1608984793" sldId="271"/>
        </pc:sldMkLst>
        <pc:spChg chg="mod">
          <ac:chgData name="Jan GALAJDA" userId="S::jan.galajda@teleinformatika.eu::a6805ec7-35d1-41c9-bfab-4bee8dbd6b02" providerId="AD" clId="Web-{15995003-1F67-7D5A-EF65-CBB95A325D95}" dt="2024-02-19T17:45:24.934" v="611" actId="20577"/>
          <ac:spMkLst>
            <pc:docMk/>
            <pc:sldMk cId="1608984793" sldId="271"/>
            <ac:spMk id="2" creationId="{09E287C9-2783-47FA-35F8-824098800569}"/>
          </ac:spMkLst>
        </pc:spChg>
        <pc:spChg chg="mod">
          <ac:chgData name="Jan GALAJDA" userId="S::jan.galajda@teleinformatika.eu::a6805ec7-35d1-41c9-bfab-4bee8dbd6b02" providerId="AD" clId="Web-{15995003-1F67-7D5A-EF65-CBB95A325D95}" dt="2024-02-19T17:49:47.856" v="696" actId="20577"/>
          <ac:spMkLst>
            <pc:docMk/>
            <pc:sldMk cId="1608984793" sldId="271"/>
            <ac:spMk id="3" creationId="{906EB7BB-031F-CF38-8CA8-612F62338885}"/>
          </ac:spMkLst>
        </pc:spChg>
        <pc:picChg chg="add mod">
          <ac:chgData name="Jan GALAJDA" userId="S::jan.galajda@teleinformatika.eu::a6805ec7-35d1-41c9-bfab-4bee8dbd6b02" providerId="AD" clId="Web-{15995003-1F67-7D5A-EF65-CBB95A325D95}" dt="2024-02-19T18:12:05.467" v="1006" actId="1076"/>
          <ac:picMkLst>
            <pc:docMk/>
            <pc:sldMk cId="1608984793" sldId="271"/>
            <ac:picMk id="5" creationId="{0910BFBB-94AC-D3D6-A48C-44C75D88C27D}"/>
          </ac:picMkLst>
        </pc:picChg>
        <pc:picChg chg="del">
          <ac:chgData name="Jan GALAJDA" userId="S::jan.galajda@teleinformatika.eu::a6805ec7-35d1-41c9-bfab-4bee8dbd6b02" providerId="AD" clId="Web-{15995003-1F67-7D5A-EF65-CBB95A325D95}" dt="2024-02-19T18:12:01.779" v="1005"/>
          <ac:picMkLst>
            <pc:docMk/>
            <pc:sldMk cId="1608984793" sldId="271"/>
            <ac:picMk id="8" creationId="{62606AB7-0B5C-4DC0-4C4C-37271C071191}"/>
          </ac:picMkLst>
        </pc:picChg>
      </pc:sldChg>
      <pc:sldChg chg="addSp delSp modSp add replId">
        <pc:chgData name="Jan GALAJDA" userId="S::jan.galajda@teleinformatika.eu::a6805ec7-35d1-41c9-bfab-4bee8dbd6b02" providerId="AD" clId="Web-{15995003-1F67-7D5A-EF65-CBB95A325D95}" dt="2024-02-19T18:13:49.614" v="1024" actId="1076"/>
        <pc:sldMkLst>
          <pc:docMk/>
          <pc:sldMk cId="3444354659" sldId="272"/>
        </pc:sldMkLst>
        <pc:spChg chg="mod">
          <ac:chgData name="Jan GALAJDA" userId="S::jan.galajda@teleinformatika.eu::a6805ec7-35d1-41c9-bfab-4bee8dbd6b02" providerId="AD" clId="Web-{15995003-1F67-7D5A-EF65-CBB95A325D95}" dt="2024-02-19T17:50:53.657" v="703" actId="20577"/>
          <ac:spMkLst>
            <pc:docMk/>
            <pc:sldMk cId="3444354659" sldId="272"/>
            <ac:spMk id="2" creationId="{09E287C9-2783-47FA-35F8-824098800569}"/>
          </ac:spMkLst>
        </pc:spChg>
        <pc:spChg chg="mod">
          <ac:chgData name="Jan GALAJDA" userId="S::jan.galajda@teleinformatika.eu::a6805ec7-35d1-41c9-bfab-4bee8dbd6b02" providerId="AD" clId="Web-{15995003-1F67-7D5A-EF65-CBB95A325D95}" dt="2024-02-19T18:13:09.627" v="1018" actId="20577"/>
          <ac:spMkLst>
            <pc:docMk/>
            <pc:sldMk cId="3444354659" sldId="272"/>
            <ac:spMk id="3" creationId="{906EB7BB-031F-CF38-8CA8-612F62338885}"/>
          </ac:spMkLst>
        </pc:spChg>
        <pc:picChg chg="add mod">
          <ac:chgData name="Jan GALAJDA" userId="S::jan.galajda@teleinformatika.eu::a6805ec7-35d1-41c9-bfab-4bee8dbd6b02" providerId="AD" clId="Web-{15995003-1F67-7D5A-EF65-CBB95A325D95}" dt="2024-02-19T18:13:49.614" v="1024" actId="1076"/>
          <ac:picMkLst>
            <pc:docMk/>
            <pc:sldMk cId="3444354659" sldId="272"/>
            <ac:picMk id="5" creationId="{FA042633-8520-6EFE-93AC-7038FDA4B6AE}"/>
          </ac:picMkLst>
        </pc:picChg>
        <pc:picChg chg="del">
          <ac:chgData name="Jan GALAJDA" userId="S::jan.galajda@teleinformatika.eu::a6805ec7-35d1-41c9-bfab-4bee8dbd6b02" providerId="AD" clId="Web-{15995003-1F67-7D5A-EF65-CBB95A325D95}" dt="2024-02-19T18:13:47.082" v="1023"/>
          <ac:picMkLst>
            <pc:docMk/>
            <pc:sldMk cId="3444354659" sldId="272"/>
            <ac:picMk id="8" creationId="{62606AB7-0B5C-4DC0-4C4C-37271C071191}"/>
          </ac:picMkLst>
        </pc:picChg>
      </pc:sldChg>
    </pc:docChg>
  </pc:docChgLst>
  <pc:docChgLst>
    <pc:chgData name="Jan GALAJDA" userId="a6805ec7-35d1-41c9-bfab-4bee8dbd6b02" providerId="ADAL" clId="{47B671D6-B630-4208-9F36-B7732D6960DF}"/>
    <pc:docChg chg="undo custSel addSld delSld modSld sldOrd">
      <pc:chgData name="Jan GALAJDA" userId="a6805ec7-35d1-41c9-bfab-4bee8dbd6b02" providerId="ADAL" clId="{47B671D6-B630-4208-9F36-B7732D6960DF}" dt="2022-05-23T06:47:12.096" v="579"/>
      <pc:docMkLst>
        <pc:docMk/>
      </pc:docMkLst>
      <pc:sldChg chg="addSp delSp modSp mod modTransition">
        <pc:chgData name="Jan GALAJDA" userId="a6805ec7-35d1-41c9-bfab-4bee8dbd6b02" providerId="ADAL" clId="{47B671D6-B630-4208-9F36-B7732D6960DF}" dt="2022-05-23T06:38:47.775" v="575"/>
        <pc:sldMkLst>
          <pc:docMk/>
          <pc:sldMk cId="2650582425" sldId="258"/>
        </pc:sldMkLst>
        <pc:spChg chg="add del mod">
          <ac:chgData name="Jan GALAJDA" userId="a6805ec7-35d1-41c9-bfab-4bee8dbd6b02" providerId="ADAL" clId="{47B671D6-B630-4208-9F36-B7732D6960DF}" dt="2022-05-23T06:23:57.964" v="17" actId="20577"/>
          <ac:spMkLst>
            <pc:docMk/>
            <pc:sldMk cId="2650582425" sldId="258"/>
            <ac:spMk id="2" creationId="{9D9744DE-89AE-48BD-9BA2-BDBD5A5DB347}"/>
          </ac:spMkLst>
        </pc:spChg>
        <pc:spChg chg="add del mod">
          <ac:chgData name="Jan GALAJDA" userId="a6805ec7-35d1-41c9-bfab-4bee8dbd6b02" providerId="ADAL" clId="{47B671D6-B630-4208-9F36-B7732D6960DF}" dt="2022-05-23T06:23:22.655" v="2"/>
          <ac:spMkLst>
            <pc:docMk/>
            <pc:sldMk cId="2650582425" sldId="258"/>
            <ac:spMk id="4" creationId="{2B86AAEC-8D80-B094-6070-76481BC94744}"/>
          </ac:spMkLst>
        </pc:spChg>
      </pc:sldChg>
      <pc:sldChg chg="addSp delSp modSp mod modTransition">
        <pc:chgData name="Jan GALAJDA" userId="a6805ec7-35d1-41c9-bfab-4bee8dbd6b02" providerId="ADAL" clId="{47B671D6-B630-4208-9F36-B7732D6960DF}" dt="2022-05-23T06:38:53.775" v="576"/>
        <pc:sldMkLst>
          <pc:docMk/>
          <pc:sldMk cId="1836028841" sldId="259"/>
        </pc:sldMkLst>
        <pc:spChg chg="mod">
          <ac:chgData name="Jan GALAJDA" userId="a6805ec7-35d1-41c9-bfab-4bee8dbd6b02" providerId="ADAL" clId="{47B671D6-B630-4208-9F36-B7732D6960DF}" dt="2022-05-23T06:24:17.864" v="47" actId="20577"/>
          <ac:spMkLst>
            <pc:docMk/>
            <pc:sldMk cId="1836028841" sldId="259"/>
            <ac:spMk id="2" creationId="{E9CFF8D3-8496-96A0-5112-578AF4FCCABC}"/>
          </ac:spMkLst>
        </pc:spChg>
        <pc:spChg chg="mod">
          <ac:chgData name="Jan GALAJDA" userId="a6805ec7-35d1-41c9-bfab-4bee8dbd6b02" providerId="ADAL" clId="{47B671D6-B630-4208-9F36-B7732D6960DF}" dt="2022-05-23T06:31:00.423" v="342" actId="207"/>
          <ac:spMkLst>
            <pc:docMk/>
            <pc:sldMk cId="1836028841" sldId="259"/>
            <ac:spMk id="3" creationId="{95552A2F-470F-FBE3-F7DB-5DB53CCE6C27}"/>
          </ac:spMkLst>
        </pc:spChg>
        <pc:spChg chg="mod">
          <ac:chgData name="Jan GALAJDA" userId="a6805ec7-35d1-41c9-bfab-4bee8dbd6b02" providerId="ADAL" clId="{47B671D6-B630-4208-9F36-B7732D6960DF}" dt="2022-05-23T06:28:49.156" v="229" actId="14100"/>
          <ac:spMkLst>
            <pc:docMk/>
            <pc:sldMk cId="1836028841" sldId="259"/>
            <ac:spMk id="4" creationId="{8F717B38-F934-5F71-16C2-0285E59A02FE}"/>
          </ac:spMkLst>
        </pc:spChg>
        <pc:picChg chg="del">
          <ac:chgData name="Jan GALAJDA" userId="a6805ec7-35d1-41c9-bfab-4bee8dbd6b02" providerId="ADAL" clId="{47B671D6-B630-4208-9F36-B7732D6960DF}" dt="2022-05-23T06:29:27.937" v="236" actId="478"/>
          <ac:picMkLst>
            <pc:docMk/>
            <pc:sldMk cId="1836028841" sldId="259"/>
            <ac:picMk id="8" creationId="{725A8187-A217-7A43-7396-89677F33E0F2}"/>
          </ac:picMkLst>
        </pc:picChg>
        <pc:picChg chg="add mod">
          <ac:chgData name="Jan GALAJDA" userId="a6805ec7-35d1-41c9-bfab-4bee8dbd6b02" providerId="ADAL" clId="{47B671D6-B630-4208-9F36-B7732D6960DF}" dt="2022-05-23T06:29:26.237" v="235" actId="1076"/>
          <ac:picMkLst>
            <pc:docMk/>
            <pc:sldMk cId="1836028841" sldId="259"/>
            <ac:picMk id="2050" creationId="{B2A88E00-5507-7170-5017-09A218ADE9FC}"/>
          </ac:picMkLst>
        </pc:picChg>
      </pc:sldChg>
      <pc:sldChg chg="add del setBg">
        <pc:chgData name="Jan GALAJDA" userId="a6805ec7-35d1-41c9-bfab-4bee8dbd6b02" providerId="ADAL" clId="{47B671D6-B630-4208-9F36-B7732D6960DF}" dt="2022-05-23T06:31:06.150" v="344"/>
        <pc:sldMkLst>
          <pc:docMk/>
          <pc:sldMk cId="2218254452" sldId="260"/>
        </pc:sldMkLst>
      </pc:sldChg>
      <pc:sldChg chg="addSp delSp modSp add mod modTransition">
        <pc:chgData name="Jan GALAJDA" userId="a6805ec7-35d1-41c9-bfab-4bee8dbd6b02" providerId="ADAL" clId="{47B671D6-B630-4208-9F36-B7732D6960DF}" dt="2022-05-23T06:46:53.093" v="577"/>
        <pc:sldMkLst>
          <pc:docMk/>
          <pc:sldMk cId="2447676802" sldId="260"/>
        </pc:sldMkLst>
        <pc:spChg chg="mod">
          <ac:chgData name="Jan GALAJDA" userId="a6805ec7-35d1-41c9-bfab-4bee8dbd6b02" providerId="ADAL" clId="{47B671D6-B630-4208-9F36-B7732D6960DF}" dt="2022-05-23T06:31:33.865" v="366" actId="20577"/>
          <ac:spMkLst>
            <pc:docMk/>
            <pc:sldMk cId="2447676802" sldId="260"/>
            <ac:spMk id="2" creationId="{E9CFF8D3-8496-96A0-5112-578AF4FCCABC}"/>
          </ac:spMkLst>
        </pc:spChg>
        <pc:spChg chg="mod">
          <ac:chgData name="Jan GALAJDA" userId="a6805ec7-35d1-41c9-bfab-4bee8dbd6b02" providerId="ADAL" clId="{47B671D6-B630-4208-9F36-B7732D6960DF}" dt="2022-05-23T06:38:18.447" v="574" actId="207"/>
          <ac:spMkLst>
            <pc:docMk/>
            <pc:sldMk cId="2447676802" sldId="260"/>
            <ac:spMk id="3" creationId="{95552A2F-470F-FBE3-F7DB-5DB53CCE6C27}"/>
          </ac:spMkLst>
        </pc:spChg>
        <pc:picChg chg="del">
          <ac:chgData name="Jan GALAJDA" userId="a6805ec7-35d1-41c9-bfab-4bee8dbd6b02" providerId="ADAL" clId="{47B671D6-B630-4208-9F36-B7732D6960DF}" dt="2022-05-23T06:33:57.502" v="487" actId="478"/>
          <ac:picMkLst>
            <pc:docMk/>
            <pc:sldMk cId="2447676802" sldId="260"/>
            <ac:picMk id="2050" creationId="{B2A88E00-5507-7170-5017-09A218ADE9FC}"/>
          </ac:picMkLst>
        </pc:picChg>
        <pc:picChg chg="add mod">
          <ac:chgData name="Jan GALAJDA" userId="a6805ec7-35d1-41c9-bfab-4bee8dbd6b02" providerId="ADAL" clId="{47B671D6-B630-4208-9F36-B7732D6960DF}" dt="2022-05-23T06:33:59.943" v="488" actId="1076"/>
          <ac:picMkLst>
            <pc:docMk/>
            <pc:sldMk cId="2447676802" sldId="260"/>
            <ac:picMk id="3074" creationId="{81C102D3-F009-BACA-ADD5-D30A16767DE3}"/>
          </ac:picMkLst>
        </pc:picChg>
      </pc:sldChg>
      <pc:sldChg chg="addSp delSp modSp new mod modTransition setBg modAnim">
        <pc:chgData name="Jan GALAJDA" userId="a6805ec7-35d1-41c9-bfab-4bee8dbd6b02" providerId="ADAL" clId="{47B671D6-B630-4208-9F36-B7732D6960DF}" dt="2022-05-23T06:47:08.421" v="578"/>
        <pc:sldMkLst>
          <pc:docMk/>
          <pc:sldMk cId="374056592" sldId="261"/>
        </pc:sldMkLst>
        <pc:spChg chg="del">
          <ac:chgData name="Jan GALAJDA" userId="a6805ec7-35d1-41c9-bfab-4bee8dbd6b02" providerId="ADAL" clId="{47B671D6-B630-4208-9F36-B7732D6960DF}" dt="2022-05-23T06:35:03.691" v="511" actId="478"/>
          <ac:spMkLst>
            <pc:docMk/>
            <pc:sldMk cId="374056592" sldId="261"/>
            <ac:spMk id="2" creationId="{0126F757-BD02-711D-777B-A880A3D0D160}"/>
          </ac:spMkLst>
        </pc:spChg>
        <pc:spChg chg="del">
          <ac:chgData name="Jan GALAJDA" userId="a6805ec7-35d1-41c9-bfab-4bee8dbd6b02" providerId="ADAL" clId="{47B671D6-B630-4208-9F36-B7732D6960DF}" dt="2022-05-23T06:35:05.096" v="512" actId="478"/>
          <ac:spMkLst>
            <pc:docMk/>
            <pc:sldMk cId="374056592" sldId="261"/>
            <ac:spMk id="3" creationId="{F8CAE83F-6AD1-4BF3-4F7A-5237D8B330F1}"/>
          </ac:spMkLst>
        </pc:spChg>
        <pc:picChg chg="add mod">
          <ac:chgData name="Jan GALAJDA" userId="a6805ec7-35d1-41c9-bfab-4bee8dbd6b02" providerId="ADAL" clId="{47B671D6-B630-4208-9F36-B7732D6960DF}" dt="2022-05-23T06:35:50.380" v="517" actId="14100"/>
          <ac:picMkLst>
            <pc:docMk/>
            <pc:sldMk cId="374056592" sldId="261"/>
            <ac:picMk id="4" creationId="{AD3EF73A-C6D9-6964-6FD5-DA4603C10666}"/>
          </ac:picMkLst>
        </pc:picChg>
      </pc:sldChg>
      <pc:sldChg chg="addSp delSp modSp add mod ord modTransition">
        <pc:chgData name="Jan GALAJDA" userId="a6805ec7-35d1-41c9-bfab-4bee8dbd6b02" providerId="ADAL" clId="{47B671D6-B630-4208-9F36-B7732D6960DF}" dt="2022-05-23T06:47:12.096" v="579"/>
        <pc:sldMkLst>
          <pc:docMk/>
          <pc:sldMk cId="2612236364" sldId="262"/>
        </pc:sldMkLst>
        <pc:spChg chg="mod">
          <ac:chgData name="Jan GALAJDA" userId="a6805ec7-35d1-41c9-bfab-4bee8dbd6b02" providerId="ADAL" clId="{47B671D6-B630-4208-9F36-B7732D6960DF}" dt="2022-05-23T06:37:01.260" v="540" actId="20577"/>
          <ac:spMkLst>
            <pc:docMk/>
            <pc:sldMk cId="2612236364" sldId="262"/>
            <ac:spMk id="2" creationId="{E9CFF8D3-8496-96A0-5112-578AF4FCCABC}"/>
          </ac:spMkLst>
        </pc:spChg>
        <pc:spChg chg="mod">
          <ac:chgData name="Jan GALAJDA" userId="a6805ec7-35d1-41c9-bfab-4bee8dbd6b02" providerId="ADAL" clId="{47B671D6-B630-4208-9F36-B7732D6960DF}" dt="2022-05-23T06:37:19.153" v="565" actId="5793"/>
          <ac:spMkLst>
            <pc:docMk/>
            <pc:sldMk cId="2612236364" sldId="262"/>
            <ac:spMk id="3" creationId="{95552A2F-470F-FBE3-F7DB-5DB53CCE6C27}"/>
          </ac:spMkLst>
        </pc:spChg>
        <pc:picChg chg="add mod">
          <ac:chgData name="Jan GALAJDA" userId="a6805ec7-35d1-41c9-bfab-4bee8dbd6b02" providerId="ADAL" clId="{47B671D6-B630-4208-9F36-B7732D6960DF}" dt="2022-05-23T06:37:56.304" v="572" actId="1076"/>
          <ac:picMkLst>
            <pc:docMk/>
            <pc:sldMk cId="2612236364" sldId="262"/>
            <ac:picMk id="7" creationId="{D523372B-263F-A72C-D242-1E8709B7AFDA}"/>
          </ac:picMkLst>
        </pc:picChg>
        <pc:picChg chg="del">
          <ac:chgData name="Jan GALAJDA" userId="a6805ec7-35d1-41c9-bfab-4bee8dbd6b02" providerId="ADAL" clId="{47B671D6-B630-4208-9F36-B7732D6960DF}" dt="2022-05-23T06:37:43.784" v="570" actId="478"/>
          <ac:picMkLst>
            <pc:docMk/>
            <pc:sldMk cId="2612236364" sldId="262"/>
            <ac:picMk id="3074" creationId="{81C102D3-F009-BACA-ADD5-D30A16767DE3}"/>
          </ac:picMkLst>
        </pc:picChg>
      </pc:sldChg>
    </pc:docChg>
  </pc:docChgLst>
  <pc:docChgLst>
    <pc:chgData name="Jan GALAJDA" userId="S::jan.galajda@teleinformatika.eu::a6805ec7-35d1-41c9-bfab-4bee8dbd6b02" providerId="AD" clId="Web-{72EDB8FB-931C-8530-C2C3-75DFA38AEA7E}"/>
    <pc:docChg chg="addSld modSld sldOrd">
      <pc:chgData name="Jan GALAJDA" userId="S::jan.galajda@teleinformatika.eu::a6805ec7-35d1-41c9-bfab-4bee8dbd6b02" providerId="AD" clId="Web-{72EDB8FB-931C-8530-C2C3-75DFA38AEA7E}" dt="2024-02-19T15:18:57.731" v="95" actId="20577"/>
      <pc:docMkLst>
        <pc:docMk/>
      </pc:docMkLst>
      <pc:sldChg chg="modSp">
        <pc:chgData name="Jan GALAJDA" userId="S::jan.galajda@teleinformatika.eu::a6805ec7-35d1-41c9-bfab-4bee8dbd6b02" providerId="AD" clId="Web-{72EDB8FB-931C-8530-C2C3-75DFA38AEA7E}" dt="2024-02-19T15:18:57.731" v="95" actId="20577"/>
        <pc:sldMkLst>
          <pc:docMk/>
          <pc:sldMk cId="352691111" sldId="264"/>
        </pc:sldMkLst>
        <pc:spChg chg="mod">
          <ac:chgData name="Jan GALAJDA" userId="S::jan.galajda@teleinformatika.eu::a6805ec7-35d1-41c9-bfab-4bee8dbd6b02" providerId="AD" clId="Web-{72EDB8FB-931C-8530-C2C3-75DFA38AEA7E}" dt="2024-02-19T15:14:25.722" v="20" actId="20577"/>
          <ac:spMkLst>
            <pc:docMk/>
            <pc:sldMk cId="352691111" sldId="264"/>
            <ac:spMk id="2" creationId="{E9CFF8D3-8496-96A0-5112-578AF4FCCABC}"/>
          </ac:spMkLst>
        </pc:spChg>
        <pc:spChg chg="mod">
          <ac:chgData name="Jan GALAJDA" userId="S::jan.galajda@teleinformatika.eu::a6805ec7-35d1-41c9-bfab-4bee8dbd6b02" providerId="AD" clId="Web-{72EDB8FB-931C-8530-C2C3-75DFA38AEA7E}" dt="2024-02-19T15:18:57.731" v="95" actId="20577"/>
          <ac:spMkLst>
            <pc:docMk/>
            <pc:sldMk cId="352691111" sldId="264"/>
            <ac:spMk id="3" creationId="{95552A2F-470F-FBE3-F7DB-5DB53CCE6C27}"/>
          </ac:spMkLst>
        </pc:spChg>
      </pc:sldChg>
      <pc:sldChg chg="modSp add ord replId">
        <pc:chgData name="Jan GALAJDA" userId="S::jan.galajda@teleinformatika.eu::a6805ec7-35d1-41c9-bfab-4bee8dbd6b02" providerId="AD" clId="Web-{72EDB8FB-931C-8530-C2C3-75DFA38AEA7E}" dt="2024-02-19T15:10:09.729" v="12" actId="20577"/>
        <pc:sldMkLst>
          <pc:docMk/>
          <pc:sldMk cId="974417385" sldId="266"/>
        </pc:sldMkLst>
        <pc:spChg chg="mod">
          <ac:chgData name="Jan GALAJDA" userId="S::jan.galajda@teleinformatika.eu::a6805ec7-35d1-41c9-bfab-4bee8dbd6b02" providerId="AD" clId="Web-{72EDB8FB-931C-8530-C2C3-75DFA38AEA7E}" dt="2024-02-19T15:07:25.958" v="7" actId="20577"/>
          <ac:spMkLst>
            <pc:docMk/>
            <pc:sldMk cId="974417385" sldId="266"/>
            <ac:spMk id="2" creationId="{E9CFF8D3-8496-96A0-5112-578AF4FCCABC}"/>
          </ac:spMkLst>
        </pc:spChg>
        <pc:spChg chg="mod">
          <ac:chgData name="Jan GALAJDA" userId="S::jan.galajda@teleinformatika.eu::a6805ec7-35d1-41c9-bfab-4bee8dbd6b02" providerId="AD" clId="Web-{72EDB8FB-931C-8530-C2C3-75DFA38AEA7E}" dt="2024-02-19T15:10:09.729" v="12" actId="20577"/>
          <ac:spMkLst>
            <pc:docMk/>
            <pc:sldMk cId="974417385" sldId="266"/>
            <ac:spMk id="3" creationId="{95552A2F-470F-FBE3-F7DB-5DB53CCE6C27}"/>
          </ac:spMkLst>
        </pc:spChg>
      </pc:sldChg>
    </pc:docChg>
  </pc:docChgLst>
  <pc:docChgLst>
    <pc:chgData name="Jan GALAJDA" userId="a6805ec7-35d1-41c9-bfab-4bee8dbd6b02" providerId="ADAL" clId="{290B8090-3878-4C3A-98A7-BCD2BD8EA054}"/>
    <pc:docChg chg="addSld delSld modSld">
      <pc:chgData name="Jan GALAJDA" userId="a6805ec7-35d1-41c9-bfab-4bee8dbd6b02" providerId="ADAL" clId="{290B8090-3878-4C3A-98A7-BCD2BD8EA054}" dt="2024-02-19T09:38:53.385" v="5"/>
      <pc:docMkLst>
        <pc:docMk/>
      </pc:docMkLst>
      <pc:sldChg chg="add del setBg">
        <pc:chgData name="Jan GALAJDA" userId="a6805ec7-35d1-41c9-bfab-4bee8dbd6b02" providerId="ADAL" clId="{290B8090-3878-4C3A-98A7-BCD2BD8EA054}" dt="2024-02-19T09:26:10.450" v="1"/>
        <pc:sldMkLst>
          <pc:docMk/>
          <pc:sldMk cId="50037695" sldId="265"/>
        </pc:sldMkLst>
      </pc:sldChg>
      <pc:sldChg chg="add del setBg">
        <pc:chgData name="Jan GALAJDA" userId="a6805ec7-35d1-41c9-bfab-4bee8dbd6b02" providerId="ADAL" clId="{290B8090-3878-4C3A-98A7-BCD2BD8EA054}" dt="2024-02-19T09:37:54.087" v="3"/>
        <pc:sldMkLst>
          <pc:docMk/>
          <pc:sldMk cId="2353948179" sldId="266"/>
        </pc:sldMkLst>
      </pc:sldChg>
      <pc:sldChg chg="add del setBg">
        <pc:chgData name="Jan GALAJDA" userId="a6805ec7-35d1-41c9-bfab-4bee8dbd6b02" providerId="ADAL" clId="{290B8090-3878-4C3A-98A7-BCD2BD8EA054}" dt="2024-02-19T09:38:53.385" v="5"/>
        <pc:sldMkLst>
          <pc:docMk/>
          <pc:sldMk cId="2441802819" sldId="266"/>
        </pc:sldMkLst>
      </pc:sldChg>
    </pc:docChg>
  </pc:docChgLst>
  <pc:docChgLst>
    <pc:chgData name="Jan GALAJDA" userId="S::jan.galajda@teleinformatika.eu::a6805ec7-35d1-41c9-bfab-4bee8dbd6b02" providerId="AD" clId="Web-{72E1654A-CB22-8458-8F52-4D1B5D6BCC2E}"/>
    <pc:docChg chg="addSld modSld">
      <pc:chgData name="Jan GALAJDA" userId="S::jan.galajda@teleinformatika.eu::a6805ec7-35d1-41c9-bfab-4bee8dbd6b02" providerId="AD" clId="Web-{72E1654A-CB22-8458-8F52-4D1B5D6BCC2E}" dt="2024-02-21T19:26:01.458" v="112" actId="20577"/>
      <pc:docMkLst>
        <pc:docMk/>
      </pc:docMkLst>
      <pc:sldChg chg="addSp delSp modSp add replId">
        <pc:chgData name="Jan GALAJDA" userId="S::jan.galajda@teleinformatika.eu::a6805ec7-35d1-41c9-bfab-4bee8dbd6b02" providerId="AD" clId="Web-{72E1654A-CB22-8458-8F52-4D1B5D6BCC2E}" dt="2024-02-21T19:21:11.541" v="44" actId="20577"/>
        <pc:sldMkLst>
          <pc:docMk/>
          <pc:sldMk cId="2370653436" sldId="273"/>
        </pc:sldMkLst>
        <pc:spChg chg="mod">
          <ac:chgData name="Jan GALAJDA" userId="S::jan.galajda@teleinformatika.eu::a6805ec7-35d1-41c9-bfab-4bee8dbd6b02" providerId="AD" clId="Web-{72E1654A-CB22-8458-8F52-4D1B5D6BCC2E}" dt="2024-02-21T19:21:00.806" v="42" actId="20577"/>
          <ac:spMkLst>
            <pc:docMk/>
            <pc:sldMk cId="2370653436" sldId="273"/>
            <ac:spMk id="2" creationId="{09E287C9-2783-47FA-35F8-824098800569}"/>
          </ac:spMkLst>
        </pc:spChg>
        <pc:spChg chg="mod">
          <ac:chgData name="Jan GALAJDA" userId="S::jan.galajda@teleinformatika.eu::a6805ec7-35d1-41c9-bfab-4bee8dbd6b02" providerId="AD" clId="Web-{72E1654A-CB22-8458-8F52-4D1B5D6BCC2E}" dt="2024-02-21T19:21:11.541" v="44" actId="20577"/>
          <ac:spMkLst>
            <pc:docMk/>
            <pc:sldMk cId="2370653436" sldId="273"/>
            <ac:spMk id="3" creationId="{906EB7BB-031F-CF38-8CA8-612F62338885}"/>
          </ac:spMkLst>
        </pc:spChg>
        <pc:picChg chg="del">
          <ac:chgData name="Jan GALAJDA" userId="S::jan.galajda@teleinformatika.eu::a6805ec7-35d1-41c9-bfab-4bee8dbd6b02" providerId="AD" clId="Web-{72E1654A-CB22-8458-8F52-4D1B5D6BCC2E}" dt="2024-02-21T19:18:53.395" v="13"/>
          <ac:picMkLst>
            <pc:docMk/>
            <pc:sldMk cId="2370653436" sldId="273"/>
            <ac:picMk id="5" creationId="{2FD72641-6FF3-A956-0BF9-10A170B98BC5}"/>
          </ac:picMkLst>
        </pc:picChg>
        <pc:picChg chg="add mod">
          <ac:chgData name="Jan GALAJDA" userId="S::jan.galajda@teleinformatika.eu::a6805ec7-35d1-41c9-bfab-4bee8dbd6b02" providerId="AD" clId="Web-{72E1654A-CB22-8458-8F52-4D1B5D6BCC2E}" dt="2024-02-21T19:18:55.301" v="14" actId="1076"/>
          <ac:picMkLst>
            <pc:docMk/>
            <pc:sldMk cId="2370653436" sldId="273"/>
            <ac:picMk id="7" creationId="{01A5567F-2580-3DCD-E336-B80FE13110C5}"/>
          </ac:picMkLst>
        </pc:picChg>
      </pc:sldChg>
      <pc:sldChg chg="modSp add replId">
        <pc:chgData name="Jan GALAJDA" userId="S::jan.galajda@teleinformatika.eu::a6805ec7-35d1-41c9-bfab-4bee8dbd6b02" providerId="AD" clId="Web-{72E1654A-CB22-8458-8F52-4D1B5D6BCC2E}" dt="2024-02-21T19:23:43.687" v="80" actId="20577"/>
        <pc:sldMkLst>
          <pc:docMk/>
          <pc:sldMk cId="117778139" sldId="274"/>
        </pc:sldMkLst>
        <pc:spChg chg="mod">
          <ac:chgData name="Jan GALAJDA" userId="S::jan.galajda@teleinformatika.eu::a6805ec7-35d1-41c9-bfab-4bee8dbd6b02" providerId="AD" clId="Web-{72E1654A-CB22-8458-8F52-4D1B5D6BCC2E}" dt="2024-02-21T19:23:40.671" v="78" actId="20577"/>
          <ac:spMkLst>
            <pc:docMk/>
            <pc:sldMk cId="117778139" sldId="274"/>
            <ac:spMk id="2" creationId="{09E287C9-2783-47FA-35F8-824098800569}"/>
          </ac:spMkLst>
        </pc:spChg>
        <pc:spChg chg="mod">
          <ac:chgData name="Jan GALAJDA" userId="S::jan.galajda@teleinformatika.eu::a6805ec7-35d1-41c9-bfab-4bee8dbd6b02" providerId="AD" clId="Web-{72E1654A-CB22-8458-8F52-4D1B5D6BCC2E}" dt="2024-02-21T19:23:43.687" v="80" actId="20577"/>
          <ac:spMkLst>
            <pc:docMk/>
            <pc:sldMk cId="117778139" sldId="274"/>
            <ac:spMk id="3" creationId="{906EB7BB-031F-CF38-8CA8-612F62338885}"/>
          </ac:spMkLst>
        </pc:spChg>
      </pc:sldChg>
      <pc:sldChg chg="addSp delSp modSp add replId">
        <pc:chgData name="Jan GALAJDA" userId="S::jan.galajda@teleinformatika.eu::a6805ec7-35d1-41c9-bfab-4bee8dbd6b02" providerId="AD" clId="Web-{72E1654A-CB22-8458-8F52-4D1B5D6BCC2E}" dt="2024-02-21T19:26:01.458" v="112" actId="20577"/>
        <pc:sldMkLst>
          <pc:docMk/>
          <pc:sldMk cId="2799520522" sldId="275"/>
        </pc:sldMkLst>
        <pc:spChg chg="mod">
          <ac:chgData name="Jan GALAJDA" userId="S::jan.galajda@teleinformatika.eu::a6805ec7-35d1-41c9-bfab-4bee8dbd6b02" providerId="AD" clId="Web-{72E1654A-CB22-8458-8F52-4D1B5D6BCC2E}" dt="2024-02-21T19:25:17.128" v="96" actId="20577"/>
          <ac:spMkLst>
            <pc:docMk/>
            <pc:sldMk cId="2799520522" sldId="275"/>
            <ac:spMk id="2" creationId="{09E287C9-2783-47FA-35F8-824098800569}"/>
          </ac:spMkLst>
        </pc:spChg>
        <pc:spChg chg="mod">
          <ac:chgData name="Jan GALAJDA" userId="S::jan.galajda@teleinformatika.eu::a6805ec7-35d1-41c9-bfab-4bee8dbd6b02" providerId="AD" clId="Web-{72E1654A-CB22-8458-8F52-4D1B5D6BCC2E}" dt="2024-02-21T19:26:01.458" v="112" actId="20577"/>
          <ac:spMkLst>
            <pc:docMk/>
            <pc:sldMk cId="2799520522" sldId="275"/>
            <ac:spMk id="3" creationId="{906EB7BB-031F-CF38-8CA8-612F62338885}"/>
          </ac:spMkLst>
        </pc:spChg>
        <pc:picChg chg="add mod">
          <ac:chgData name="Jan GALAJDA" userId="S::jan.galajda@teleinformatika.eu::a6805ec7-35d1-41c9-bfab-4bee8dbd6b02" providerId="AD" clId="Web-{72E1654A-CB22-8458-8F52-4D1B5D6BCC2E}" dt="2024-02-21T19:24:00.422" v="86" actId="1076"/>
          <ac:picMkLst>
            <pc:docMk/>
            <pc:sldMk cId="2799520522" sldId="275"/>
            <ac:picMk id="5" creationId="{06DF82B5-59B4-B333-966B-A8FC1F1D2AB1}"/>
          </ac:picMkLst>
        </pc:picChg>
        <pc:picChg chg="del">
          <ac:chgData name="Jan GALAJDA" userId="S::jan.galajda@teleinformatika.eu::a6805ec7-35d1-41c9-bfab-4bee8dbd6b02" providerId="AD" clId="Web-{72E1654A-CB22-8458-8F52-4D1B5D6BCC2E}" dt="2024-02-21T19:24:02.594" v="87"/>
          <ac:picMkLst>
            <pc:docMk/>
            <pc:sldMk cId="2799520522" sldId="275"/>
            <ac:picMk id="7" creationId="{01A5567F-2580-3DCD-E336-B80FE13110C5}"/>
          </ac:picMkLst>
        </pc:picChg>
      </pc:sldChg>
    </pc:docChg>
  </pc:docChgLst>
  <pc:docChgLst>
    <pc:chgData name="Jan GALAJDA" userId="a6805ec7-35d1-41c9-bfab-4bee8dbd6b02" providerId="ADAL" clId="{FCB5CABD-A67F-4D9A-8FBA-299C7D630035}"/>
    <pc:docChg chg="undo custSel addSld delSld modSld">
      <pc:chgData name="Jan GALAJDA" userId="a6805ec7-35d1-41c9-bfab-4bee8dbd6b02" providerId="ADAL" clId="{FCB5CABD-A67F-4D9A-8FBA-299C7D630035}" dt="2022-05-04T14:48:40.756" v="62" actId="1076"/>
      <pc:docMkLst>
        <pc:docMk/>
      </pc:docMkLst>
      <pc:sldChg chg="del">
        <pc:chgData name="Jan GALAJDA" userId="a6805ec7-35d1-41c9-bfab-4bee8dbd6b02" providerId="ADAL" clId="{FCB5CABD-A67F-4D9A-8FBA-299C7D630035}" dt="2022-05-04T14:45:47" v="25" actId="47"/>
        <pc:sldMkLst>
          <pc:docMk/>
          <pc:sldMk cId="1533864497" sldId="256"/>
        </pc:sldMkLst>
      </pc:sldChg>
      <pc:sldChg chg="del">
        <pc:chgData name="Jan GALAJDA" userId="a6805ec7-35d1-41c9-bfab-4bee8dbd6b02" providerId="ADAL" clId="{FCB5CABD-A67F-4D9A-8FBA-299C7D630035}" dt="2022-05-04T14:45:46.321" v="24" actId="47"/>
        <pc:sldMkLst>
          <pc:docMk/>
          <pc:sldMk cId="2155962239" sldId="257"/>
        </pc:sldMkLst>
      </pc:sldChg>
      <pc:sldChg chg="modSp add mod setBg">
        <pc:chgData name="Jan GALAJDA" userId="a6805ec7-35d1-41c9-bfab-4bee8dbd6b02" providerId="ADAL" clId="{FCB5CABD-A67F-4D9A-8FBA-299C7D630035}" dt="2022-05-04T14:43:23.188" v="1" actId="207"/>
        <pc:sldMkLst>
          <pc:docMk/>
          <pc:sldMk cId="2650582425" sldId="258"/>
        </pc:sldMkLst>
        <pc:spChg chg="mod">
          <ac:chgData name="Jan GALAJDA" userId="a6805ec7-35d1-41c9-bfab-4bee8dbd6b02" providerId="ADAL" clId="{FCB5CABD-A67F-4D9A-8FBA-299C7D630035}" dt="2022-05-04T14:43:23.188" v="1" actId="207"/>
          <ac:spMkLst>
            <pc:docMk/>
            <pc:sldMk cId="2650582425" sldId="258"/>
            <ac:spMk id="2" creationId="{9D9744DE-89AE-48BD-9BA2-BDBD5A5DB347}"/>
          </ac:spMkLst>
        </pc:spChg>
      </pc:sldChg>
      <pc:sldChg chg="modSp add mod setBg">
        <pc:chgData name="Jan GALAJDA" userId="a6805ec7-35d1-41c9-bfab-4bee8dbd6b02" providerId="ADAL" clId="{FCB5CABD-A67F-4D9A-8FBA-299C7D630035}" dt="2022-05-04T14:48:40.756" v="62" actId="1076"/>
        <pc:sldMkLst>
          <pc:docMk/>
          <pc:sldMk cId="1836028841" sldId="259"/>
        </pc:sldMkLst>
        <pc:spChg chg="mod">
          <ac:chgData name="Jan GALAJDA" userId="a6805ec7-35d1-41c9-bfab-4bee8dbd6b02" providerId="ADAL" clId="{FCB5CABD-A67F-4D9A-8FBA-299C7D630035}" dt="2022-05-04T14:48:40.756" v="62" actId="1076"/>
          <ac:spMkLst>
            <pc:docMk/>
            <pc:sldMk cId="1836028841" sldId="259"/>
            <ac:spMk id="3" creationId="{95552A2F-470F-FBE3-F7DB-5DB53CCE6C27}"/>
          </ac:spMkLst>
        </pc:spChg>
        <pc:picChg chg="mod">
          <ac:chgData name="Jan GALAJDA" userId="a6805ec7-35d1-41c9-bfab-4bee8dbd6b02" providerId="ADAL" clId="{FCB5CABD-A67F-4D9A-8FBA-299C7D630035}" dt="2022-05-04T14:44:23.615" v="10" actId="207"/>
          <ac:picMkLst>
            <pc:docMk/>
            <pc:sldMk cId="1836028841" sldId="259"/>
            <ac:picMk id="8" creationId="{725A8187-A217-7A43-7396-89677F33E0F2}"/>
          </ac:picMkLst>
        </pc:picChg>
      </pc:sldChg>
    </pc:docChg>
  </pc:docChgLst>
  <pc:docChgLst>
    <pc:chgData name="Jan GALAJDA" userId="a6805ec7-35d1-41c9-bfab-4bee8dbd6b02" providerId="ADAL" clId="{9D033A90-64A3-43DC-AA5F-287EAB8D0623}"/>
    <pc:docChg chg="undo custSel addSld delSld modSld sldOrd">
      <pc:chgData name="Jan GALAJDA" userId="a6805ec7-35d1-41c9-bfab-4bee8dbd6b02" providerId="ADAL" clId="{9D033A90-64A3-43DC-AA5F-287EAB8D0623}" dt="2024-01-29T09:59:06.585" v="614" actId="207"/>
      <pc:docMkLst>
        <pc:docMk/>
      </pc:docMkLst>
      <pc:sldChg chg="modSp mod">
        <pc:chgData name="Jan GALAJDA" userId="a6805ec7-35d1-41c9-bfab-4bee8dbd6b02" providerId="ADAL" clId="{9D033A90-64A3-43DC-AA5F-287EAB8D0623}" dt="2024-01-29T09:29:51.699" v="43" actId="1076"/>
        <pc:sldMkLst>
          <pc:docMk/>
          <pc:sldMk cId="2650582425" sldId="258"/>
        </pc:sldMkLst>
        <pc:spChg chg="mod">
          <ac:chgData name="Jan GALAJDA" userId="a6805ec7-35d1-41c9-bfab-4bee8dbd6b02" providerId="ADAL" clId="{9D033A90-64A3-43DC-AA5F-287EAB8D0623}" dt="2024-01-29T09:29:51.699" v="43" actId="1076"/>
          <ac:spMkLst>
            <pc:docMk/>
            <pc:sldMk cId="2650582425" sldId="258"/>
            <ac:spMk id="2" creationId="{9D9744DE-89AE-48BD-9BA2-BDBD5A5DB347}"/>
          </ac:spMkLst>
        </pc:spChg>
      </pc:sldChg>
      <pc:sldChg chg="addSp delSp modSp mod">
        <pc:chgData name="Jan GALAJDA" userId="a6805ec7-35d1-41c9-bfab-4bee8dbd6b02" providerId="ADAL" clId="{9D033A90-64A3-43DC-AA5F-287EAB8D0623}" dt="2024-01-29T09:59:06.585" v="614" actId="207"/>
        <pc:sldMkLst>
          <pc:docMk/>
          <pc:sldMk cId="1836028841" sldId="259"/>
        </pc:sldMkLst>
        <pc:spChg chg="mod">
          <ac:chgData name="Jan GALAJDA" userId="a6805ec7-35d1-41c9-bfab-4bee8dbd6b02" providerId="ADAL" clId="{9D033A90-64A3-43DC-AA5F-287EAB8D0623}" dt="2024-01-29T09:32:04.643" v="68" actId="20577"/>
          <ac:spMkLst>
            <pc:docMk/>
            <pc:sldMk cId="1836028841" sldId="259"/>
            <ac:spMk id="2" creationId="{E9CFF8D3-8496-96A0-5112-578AF4FCCABC}"/>
          </ac:spMkLst>
        </pc:spChg>
        <pc:spChg chg="mod">
          <ac:chgData name="Jan GALAJDA" userId="a6805ec7-35d1-41c9-bfab-4bee8dbd6b02" providerId="ADAL" clId="{9D033A90-64A3-43DC-AA5F-287EAB8D0623}" dt="2024-01-29T09:59:06.585" v="614" actId="207"/>
          <ac:spMkLst>
            <pc:docMk/>
            <pc:sldMk cId="1836028841" sldId="259"/>
            <ac:spMk id="3" creationId="{95552A2F-470F-FBE3-F7DB-5DB53CCE6C27}"/>
          </ac:spMkLst>
        </pc:spChg>
        <pc:picChg chg="add mod">
          <ac:chgData name="Jan GALAJDA" userId="a6805ec7-35d1-41c9-bfab-4bee8dbd6b02" providerId="ADAL" clId="{9D033A90-64A3-43DC-AA5F-287EAB8D0623}" dt="2024-01-29T09:34:52.877" v="74" actId="207"/>
          <ac:picMkLst>
            <pc:docMk/>
            <pc:sldMk cId="1836028841" sldId="259"/>
            <ac:picMk id="7" creationId="{34308C0A-D400-EEBC-9D0D-F3D8205D7D53}"/>
          </ac:picMkLst>
        </pc:picChg>
        <pc:picChg chg="del">
          <ac:chgData name="Jan GALAJDA" userId="a6805ec7-35d1-41c9-bfab-4bee8dbd6b02" providerId="ADAL" clId="{9D033A90-64A3-43DC-AA5F-287EAB8D0623}" dt="2024-01-29T09:34:42.063" v="73" actId="478"/>
          <ac:picMkLst>
            <pc:docMk/>
            <pc:sldMk cId="1836028841" sldId="259"/>
            <ac:picMk id="2050" creationId="{B2A88E00-5507-7170-5017-09A218ADE9FC}"/>
          </ac:picMkLst>
        </pc:picChg>
      </pc:sldChg>
      <pc:sldChg chg="addSp delSp modSp add mod ord">
        <pc:chgData name="Jan GALAJDA" userId="a6805ec7-35d1-41c9-bfab-4bee8dbd6b02" providerId="ADAL" clId="{9D033A90-64A3-43DC-AA5F-287EAB8D0623}" dt="2024-01-29T09:57:14.145" v="608" actId="478"/>
        <pc:sldMkLst>
          <pc:docMk/>
          <pc:sldMk cId="2220427552" sldId="263"/>
        </pc:sldMkLst>
        <pc:spChg chg="mod">
          <ac:chgData name="Jan GALAJDA" userId="a6805ec7-35d1-41c9-bfab-4bee8dbd6b02" providerId="ADAL" clId="{9D033A90-64A3-43DC-AA5F-287EAB8D0623}" dt="2024-01-29T09:55:29.326" v="598" actId="20577"/>
          <ac:spMkLst>
            <pc:docMk/>
            <pc:sldMk cId="2220427552" sldId="263"/>
            <ac:spMk id="2" creationId="{E9CFF8D3-8496-96A0-5112-578AF4FCCABC}"/>
          </ac:spMkLst>
        </pc:spChg>
        <pc:spChg chg="mod">
          <ac:chgData name="Jan GALAJDA" userId="a6805ec7-35d1-41c9-bfab-4bee8dbd6b02" providerId="ADAL" clId="{9D033A90-64A3-43DC-AA5F-287EAB8D0623}" dt="2024-01-29T09:56:00.935" v="603" actId="207"/>
          <ac:spMkLst>
            <pc:docMk/>
            <pc:sldMk cId="2220427552" sldId="263"/>
            <ac:spMk id="3" creationId="{95552A2F-470F-FBE3-F7DB-5DB53CCE6C27}"/>
          </ac:spMkLst>
        </pc:spChg>
        <pc:picChg chg="del">
          <ac:chgData name="Jan GALAJDA" userId="a6805ec7-35d1-41c9-bfab-4bee8dbd6b02" providerId="ADAL" clId="{9D033A90-64A3-43DC-AA5F-287EAB8D0623}" dt="2024-01-29T09:57:14.145" v="608" actId="478"/>
          <ac:picMkLst>
            <pc:docMk/>
            <pc:sldMk cId="2220427552" sldId="263"/>
            <ac:picMk id="7" creationId="{34308C0A-D400-EEBC-9D0D-F3D8205D7D53}"/>
          </ac:picMkLst>
        </pc:picChg>
        <pc:picChg chg="add mod">
          <ac:chgData name="Jan GALAJDA" userId="a6805ec7-35d1-41c9-bfab-4bee8dbd6b02" providerId="ADAL" clId="{9D033A90-64A3-43DC-AA5F-287EAB8D0623}" dt="2024-01-29T09:57:12.054" v="607" actId="1076"/>
          <ac:picMkLst>
            <pc:docMk/>
            <pc:sldMk cId="2220427552" sldId="263"/>
            <ac:picMk id="8" creationId="{DF967A8A-A053-B6D3-6472-FD03F31D0125}"/>
          </ac:picMkLst>
        </pc:picChg>
      </pc:sldChg>
      <pc:sldChg chg="add del setBg">
        <pc:chgData name="Jan GALAJDA" userId="a6805ec7-35d1-41c9-bfab-4bee8dbd6b02" providerId="ADAL" clId="{9D033A90-64A3-43DC-AA5F-287EAB8D0623}" dt="2024-01-29T09:42:08.856" v="300"/>
        <pc:sldMkLst>
          <pc:docMk/>
          <pc:sldMk cId="3678550908" sldId="263"/>
        </pc:sldMkLst>
      </pc:sldChg>
      <pc:sldChg chg="add ord">
        <pc:chgData name="Jan GALAJDA" userId="a6805ec7-35d1-41c9-bfab-4bee8dbd6b02" providerId="ADAL" clId="{9D033A90-64A3-43DC-AA5F-287EAB8D0623}" dt="2024-01-29T09:57:26.839" v="613"/>
        <pc:sldMkLst>
          <pc:docMk/>
          <pc:sldMk cId="352691111" sldId="264"/>
        </pc:sldMkLst>
      </pc:sldChg>
      <pc:sldChg chg="add del setBg">
        <pc:chgData name="Jan GALAJDA" userId="a6805ec7-35d1-41c9-bfab-4bee8dbd6b02" providerId="ADAL" clId="{9D033A90-64A3-43DC-AA5F-287EAB8D0623}" dt="2024-01-29T09:57:23.014" v="610"/>
        <pc:sldMkLst>
          <pc:docMk/>
          <pc:sldMk cId="4086251272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F689CE-49C2-2087-1890-CFCF2EA72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8ECC6B9-3E93-BE28-8428-BB712482D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94B8378-EF9E-C54A-6300-DE79B0619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606D-06BC-4CE9-8560-0D68FFB23B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6A023CF-28F0-7189-F464-858E5085C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9A5E8DA-9747-407C-869A-8E5600D1F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9530-5D2B-412C-A92A-392297BC879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990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E7A32D-743B-CFA3-3726-B7462587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1526B4D-0E70-2D79-5868-9FD4892BB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FB8AE1A-C45E-801B-3ED2-E9070096C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606D-06BC-4CE9-8560-0D68FFB23B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58C2895-DC8D-E4CF-2813-2568D779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81BEB9F-8A33-3335-54A8-EE6AEB07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9530-5D2B-412C-A92A-392297BC879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0651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299201-B213-B771-D85D-F15A8E8D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C6D22D8-3810-BBF8-916E-01238BF0B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10DA60-73A8-748C-337A-1C01B3EF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606D-06BC-4CE9-8560-0D68FFB23B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5DB5B96-5B96-5FDF-E185-C3808710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6FFEC9-A306-C6CB-52AE-837F66E5C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9530-5D2B-412C-A92A-392297BC879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415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F2FE96-3BFF-4F9A-18AC-3C81391A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032AE65-D7CF-5A0D-6709-EC09E5F59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B805535-C231-A1EB-D866-5EC1CE54F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E29B857-0EF3-3017-F36B-670DC6AFA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606D-06BC-4CE9-8560-0D68FFB23B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D635554-A83F-BF9B-2E90-729714E9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C18F638-6309-2E1C-BE16-DA1C8D931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9530-5D2B-412C-A92A-392297BC879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774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7CDD25-AF71-9DCF-28FB-109FF080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D2F9FAE-496C-6898-77AF-34AD345F5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C840B98-BD13-9A32-ADD9-87326DE1B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8A7C32D5-D10E-F11A-45D4-04C75B8A8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29A76A6-E30C-634B-A227-C255C7A01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4139FD16-338E-1347-BE49-0D1689FB1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606D-06BC-4CE9-8560-0D68FFB23B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BF6E048-30C0-FE22-DD23-4BC11184D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5AC0764-0E30-F6E9-8926-2F1196EB6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9530-5D2B-412C-A92A-392297BC879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3466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4A4384-A2E4-8815-2178-D9F0A2428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541872B-AA56-31F4-0732-4B66290C2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606D-06BC-4CE9-8560-0D68FFB23B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6134329-9853-FA7A-16D5-E819150F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59D6AAC-B666-319A-08A2-FAD41B48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9530-5D2B-412C-A92A-392297BC879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818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4FAEC23-1F73-215A-F752-CCB301F29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606D-06BC-4CE9-8560-0D68FFB23B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72D40A5A-53D2-2028-1E42-38EB46357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0296477-EFC2-8A65-6FFC-40EFC614C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9530-5D2B-412C-A92A-392297BC879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697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553F2E-697F-91F0-D235-396B28C53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8EC39B-3214-65A8-8DC4-2F7B0677F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E1C1B50-D7A3-15A6-907B-EDDAF4A58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985498E-C7EA-8DBE-56EF-48A3B6C1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606D-06BC-4CE9-8560-0D68FFB23B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B1F3C9F-D8FC-4124-B23E-7CE96F8B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AE46248-C3D0-0453-5843-67E57160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9530-5D2B-412C-A92A-392297BC879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7110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3BCF7F-5E32-A52D-6E0A-17B3110F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3EC7701-013C-CA5D-83CE-884FCC6B01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7D75EF2-F74C-8D88-791E-9539C3261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97CD3C2-26FF-51CD-7514-022B327E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606D-06BC-4CE9-8560-0D68FFB23B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83E6483-747E-A090-2500-7265436F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CB5A3B3-AA7F-61DC-72BE-CC036A03E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9530-5D2B-412C-A92A-392297BC879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089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6A0B10-B61B-8518-277F-344B5651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0998B02-0AFA-96E9-685D-68062B8D9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FC5D065-90CA-F293-EBC2-CEFE3285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606D-06BC-4CE9-8560-0D68FFB23B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67826EA-C32F-415E-402F-3F98D12F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77FDC1D-762A-EC17-31FA-7F68DBA8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9530-5D2B-412C-A92A-392297BC879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275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43B02279-63E8-0D13-62ED-9B7F0B8EA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33DAC08-84DC-4AEB-E1DC-BF0A6D525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E4E76F1-8CBF-5F9A-9FFC-4B25EA01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606D-06BC-4CE9-8560-0D68FFB23B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D06992A-D69A-F23E-50CB-B523BC48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E64767B-14C8-3F09-CF2C-69B44A357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49530-5D2B-412C-A92A-392297BC879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059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8FC824E-1A53-2A2A-782B-871FD2D44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887AC9D-23DD-21BD-8834-DCE7B4B35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80F65C8-759D-C8FD-783F-C38BCE118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8606D-06BC-4CE9-8560-0D68FFB23BB4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110E226-89E2-A931-007E-36DEDC167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337494-D062-E649-AD7E-DA3B290E8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49530-5D2B-412C-A92A-392297BC879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613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hyperlink" Target="https://cloud.google.com/gcp?utm_source=google&amp;utm_medium=cpc&amp;utm_campaign=emea-cz-all-cs-bkws-all-all-trial-b-gcp-1707574&amp;utm_content=text-ad-none-any-DEV_c-CRE_652669584360-ADGP_Hybrid+%7C+BKWS+-+BRO+%7C+Txt+-+GCP+-+General+-+Pure-KWID_43700075799133172-kwd-4406040420-userloc_1003782&amp;utm_term=KW_google%20cloud-NET_g-PLAC_&amp;&amp;gad_source=1&amp;gclid=EAIaIQobChMIx4CFx4y3hAMVGbVoCR3rxQqFEAAYASAAEgICf_D_BwE&amp;gclsrc=aw.ds" TargetMode="External"/><Relationship Id="rId4" Type="http://schemas.openxmlformats.org/officeDocument/2006/relationships/hyperlink" Target="https://azure.microsoft.com/cs-cz" TargetMode="External"/><Relationship Id="rId9" Type="http://schemas.openxmlformats.org/officeDocument/2006/relationships/audio" Target="../media/audio2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2.wav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audio" Target="../media/audio3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audio" Target="../media/audio4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9744DE-89AE-48BD-9BA2-BDBD5A5DB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448" y="1866934"/>
            <a:ext cx="7793104" cy="1828800"/>
          </a:xfrm>
        </p:spPr>
        <p:txBody>
          <a:bodyPr>
            <a:noAutofit/>
          </a:bodyPr>
          <a:lstStyle/>
          <a:p>
            <a:r>
              <a:rPr lang="cs-CZ" sz="5400" dirty="0">
                <a:solidFill>
                  <a:srgbClr val="AA9AF0"/>
                </a:solidFill>
                <a:latin typeface="Consolas" panose="020B0609020204030204" pitchFamily="49" charset="0"/>
              </a:rPr>
              <a:t>Základní informace a význam serveru</a:t>
            </a:r>
          </a:p>
        </p:txBody>
      </p:sp>
    </p:spTree>
    <p:extLst>
      <p:ext uri="{BB962C8B-B14F-4D97-AF65-F5344CB8AC3E}">
        <p14:creationId xmlns:p14="http://schemas.microsoft.com/office/powerpoint/2010/main" val="265058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type.wav"/>
          </p:stSnd>
        </p:sndAc>
      </p:transition>
    </mc:Choice>
    <mc:Fallback xmlns="">
      <p:transition spd="slow">
        <p:sndAc>
          <p:stSnd>
            <p:snd r:embed="rId3" name="typ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F3DDDCD3-E61C-926D-E5B7-FAB4B92CB6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F717B38-F934-5F71-16C2-0285E59A02FE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9CFF8D3-8496-96A0-5112-578AF4FCC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Obsah prezentace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552A2F-470F-FBE3-F7DB-5DB53CCE6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Co to je server? </a:t>
            </a:r>
            <a:endParaRPr lang="cs-CZ" dirty="0">
              <a:solidFill>
                <a:schemeClr val="bg1"/>
              </a:solidFill>
              <a:latin typeface="Consolas" panose="020B0609020204030204" pitchFamily="49" charset="0"/>
              <a:ea typeface="Calibri"/>
              <a:cs typeface="Calibri"/>
            </a:endParaRP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Proč potřebujeme servery? </a:t>
            </a:r>
            <a:endParaRPr lang="cs-CZ" dirty="0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Software pro servery</a:t>
            </a:r>
            <a:endParaRPr lang="cs-CZ" dirty="0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Fyzický server (HW) </a:t>
            </a:r>
            <a:endParaRPr lang="cs-CZ" dirty="0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  <a:p>
            <a:pPr lvl="1">
              <a:spcBef>
                <a:spcPts val="1000"/>
              </a:spcBef>
              <a:buFont typeface="Arial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Výhody a nevýhody</a:t>
            </a: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Server na cloudu </a:t>
            </a:r>
          </a:p>
          <a:p>
            <a:pPr lvl="1"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Výhody a nevýhody</a:t>
            </a:r>
            <a:endParaRPr lang="cs-CZ" dirty="0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Virtualizace serveru</a:t>
            </a: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Bezpečnostní aspekty </a:t>
            </a: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Aktuální trendy </a:t>
            </a:r>
            <a:endParaRPr lang="cs-CZ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Budoucnost serverů </a:t>
            </a:r>
            <a:endParaRPr lang="cs-CZ" dirty="0">
              <a:solidFill>
                <a:schemeClr val="bg1"/>
              </a:solidFill>
              <a:latin typeface="Consolas"/>
              <a:ea typeface="Calibri"/>
              <a:cs typeface="Calibri"/>
            </a:endParaRPr>
          </a:p>
        </p:txBody>
      </p:sp>
      <p:pic>
        <p:nvPicPr>
          <p:cNvPr id="5" name="Graphic 4" descr="Text with solid fill">
            <a:extLst>
              <a:ext uri="{FF2B5EF4-FFF2-40B4-BE49-F238E27FC236}">
                <a16:creationId xmlns:a16="http://schemas.microsoft.com/office/drawing/2014/main" id="{0EF1FA67-082A-FDC0-B01B-3BD08B6BE3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4954" y="2766646"/>
            <a:ext cx="1314938" cy="132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1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F3DDDCD3-E61C-926D-E5B7-FAB4B92CB6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F717B38-F934-5F71-16C2-0285E59A02FE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9CFF8D3-8496-96A0-5112-578AF4FCC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 panose="020B0609020204030204" pitchFamily="49" charset="0"/>
              </a:rPr>
              <a:t>Co to je server?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552A2F-470F-FBE3-F7DB-5DB53CCE6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Server je označení pro počítač připojený do sítě, ve které poskytuje data nebo jiné služby ostatním počítačům nazývaným klienti.</a:t>
            </a:r>
          </a:p>
          <a:p>
            <a:r>
              <a:rPr lang="cs-CZ" dirty="0">
                <a:solidFill>
                  <a:schemeClr val="bg1"/>
                </a:solidFill>
                <a:latin typeface="Consolas"/>
              </a:rPr>
              <a:t>Server většinou běží na </a:t>
            </a:r>
            <a:r>
              <a:rPr lang="cs-CZ" dirty="0">
                <a:solidFill>
                  <a:srgbClr val="FB6B40"/>
                </a:solidFill>
                <a:latin typeface="Consolas"/>
              </a:rPr>
              <a:t>specializovaném</a:t>
            </a:r>
            <a:r>
              <a:rPr lang="cs-CZ" dirty="0">
                <a:solidFill>
                  <a:schemeClr val="bg1"/>
                </a:solidFill>
                <a:latin typeface="Consolas"/>
              </a:rPr>
              <a:t> operačním systému.</a:t>
            </a:r>
          </a:p>
          <a:p>
            <a:endParaRPr lang="cs-CZ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Grafický objekt 7" descr="Odznak, otazník se souvislou výplní">
            <a:extLst>
              <a:ext uri="{FF2B5EF4-FFF2-40B4-BE49-F238E27FC236}">
                <a16:creationId xmlns:a16="http://schemas.microsoft.com/office/drawing/2014/main" id="{DF967A8A-A053-B6D3-6472-FD03F31D0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3029" y="2766381"/>
            <a:ext cx="1325237" cy="132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42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F3DDDCD3-E61C-926D-E5B7-FAB4B92CB6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F717B38-F934-5F71-16C2-0285E59A02FE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9CFF8D3-8496-96A0-5112-578AF4FCC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 panose="020B0609020204030204" pitchFamily="49" charset="0"/>
              </a:rPr>
              <a:t>Proč potřebujeme servery?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552A2F-470F-FBE3-F7DB-5DB53CCE6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Servery jsou klíčové pro </a:t>
            </a:r>
            <a:r>
              <a:rPr lang="cs-CZ" dirty="0">
                <a:solidFill>
                  <a:srgbClr val="FB6B40"/>
                </a:solidFill>
                <a:latin typeface="Consolas"/>
              </a:rPr>
              <a:t>uchování</a:t>
            </a:r>
            <a:r>
              <a:rPr lang="cs-CZ" dirty="0">
                <a:solidFill>
                  <a:schemeClr val="bg1"/>
                </a:solidFill>
                <a:latin typeface="Consolas"/>
              </a:rPr>
              <a:t> a </a:t>
            </a:r>
            <a:r>
              <a:rPr lang="cs-CZ" dirty="0">
                <a:solidFill>
                  <a:srgbClr val="FB6B40"/>
                </a:solidFill>
                <a:latin typeface="Consolas"/>
              </a:rPr>
              <a:t>poskytování</a:t>
            </a:r>
            <a:r>
              <a:rPr lang="cs-CZ" dirty="0">
                <a:solidFill>
                  <a:schemeClr val="bg1"/>
                </a:solidFill>
                <a:latin typeface="Consolas"/>
              </a:rPr>
              <a:t> dat:</a:t>
            </a:r>
          </a:p>
          <a:p>
            <a:pPr lvl="1"/>
            <a:r>
              <a:rPr lang="cs-CZ" dirty="0">
                <a:solidFill>
                  <a:schemeClr val="bg1"/>
                </a:solidFill>
                <a:latin typeface="Consolas"/>
              </a:rPr>
              <a:t>Webových stránek</a:t>
            </a:r>
          </a:p>
          <a:p>
            <a:pPr lvl="1"/>
            <a:r>
              <a:rPr lang="cs-CZ" dirty="0">
                <a:solidFill>
                  <a:schemeClr val="bg1"/>
                </a:solidFill>
                <a:latin typeface="Consolas"/>
              </a:rPr>
              <a:t>Aplikací</a:t>
            </a:r>
          </a:p>
          <a:p>
            <a:pPr lvl="1"/>
            <a:r>
              <a:rPr lang="cs-CZ" dirty="0">
                <a:solidFill>
                  <a:schemeClr val="bg1"/>
                </a:solidFill>
                <a:latin typeface="Consolas"/>
              </a:rPr>
              <a:t>A dalších online služeb</a:t>
            </a:r>
          </a:p>
          <a:p>
            <a:r>
              <a:rPr lang="cs-CZ" dirty="0">
                <a:solidFill>
                  <a:schemeClr val="bg1"/>
                </a:solidFill>
                <a:latin typeface="Consolas"/>
              </a:rPr>
              <a:t>Díky serverům můžeme přistupovat k různým </a:t>
            </a:r>
            <a:r>
              <a:rPr lang="cs-CZ" dirty="0">
                <a:solidFill>
                  <a:srgbClr val="FB6B40"/>
                </a:solidFill>
                <a:latin typeface="Consolas"/>
              </a:rPr>
              <a:t>online zdrojům</a:t>
            </a:r>
            <a:r>
              <a:rPr lang="cs-CZ" dirty="0">
                <a:solidFill>
                  <a:schemeClr val="bg1"/>
                </a:solidFill>
                <a:latin typeface="Consolas"/>
              </a:rPr>
              <a:t> a komunikovat prostřednictvím internetu.</a:t>
            </a:r>
          </a:p>
        </p:txBody>
      </p:sp>
      <p:pic>
        <p:nvPicPr>
          <p:cNvPr id="7" name="Grafický objekt 6" descr="Databáze se souvislou výplní">
            <a:extLst>
              <a:ext uri="{FF2B5EF4-FFF2-40B4-BE49-F238E27FC236}">
                <a16:creationId xmlns:a16="http://schemas.microsoft.com/office/drawing/2014/main" id="{34308C0A-D400-EEBC-9D0D-F3D8205D7D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9797" y="2623149"/>
            <a:ext cx="1611702" cy="161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2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F3DDDCD3-E61C-926D-E5B7-FAB4B92CB6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F717B38-F934-5F71-16C2-0285E59A02FE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9CFF8D3-8496-96A0-5112-578AF4FCC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Software pro servery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552A2F-470F-FBE3-F7DB-5DB53CCE6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Mezi </a:t>
            </a:r>
            <a:r>
              <a:rPr lang="cs-CZ" dirty="0">
                <a:solidFill>
                  <a:srgbClr val="FB6B40"/>
                </a:solidFill>
                <a:latin typeface="Consolas"/>
              </a:rPr>
              <a:t>neznámější </a:t>
            </a:r>
            <a:r>
              <a:rPr lang="cs-CZ" dirty="0">
                <a:solidFill>
                  <a:schemeClr val="bg1"/>
                </a:solidFill>
                <a:latin typeface="Consolas"/>
              </a:rPr>
              <a:t>SW pro servery patří: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</a:rPr>
              <a:t>Microsoft Windows Server (známe edice: 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Standard, Datacenter a Essentials)</a:t>
            </a:r>
            <a:endParaRPr lang="cs-CZ">
              <a:solidFill>
                <a:schemeClr val="bg1"/>
              </a:solidFill>
              <a:latin typeface="Consolas"/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  <a:ea typeface="Calibri"/>
                <a:cs typeface="Calibri"/>
              </a:rPr>
              <a:t>Linux (distribuce: </a:t>
            </a:r>
            <a:r>
              <a:rPr lang="cs-CZ" dirty="0" err="1">
                <a:solidFill>
                  <a:schemeClr val="bg1"/>
                </a:solidFill>
                <a:latin typeface="Consolas"/>
                <a:ea typeface="Calibri"/>
                <a:cs typeface="Calibri"/>
              </a:rPr>
              <a:t>Ubuntu</a:t>
            </a:r>
            <a:r>
              <a:rPr lang="cs-CZ" dirty="0">
                <a:solidFill>
                  <a:schemeClr val="bg1"/>
                </a:solidFill>
                <a:latin typeface="Consolas"/>
                <a:ea typeface="Calibri"/>
                <a:cs typeface="Calibri"/>
              </a:rPr>
              <a:t> server, </a:t>
            </a:r>
            <a:r>
              <a:rPr lang="cs-CZ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Red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cs-CZ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Hat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cs-CZ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Enterprise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a </a:t>
            </a:r>
            <a:r>
              <a:rPr lang="cs-CZ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CentOS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VMware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vSphere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/</a:t>
            </a:r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ESXi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(Používá se ve </a:t>
            </a:r>
            <a:r>
              <a:rPr lang="cs-CZ" dirty="0">
                <a:solidFill>
                  <a:srgbClr val="FB6B40"/>
                </a:solidFill>
                <a:latin typeface="Consolas"/>
                <a:ea typeface="+mn-lt"/>
                <a:cs typeface="+mn-lt"/>
              </a:rPr>
              <a:t>škole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)</a:t>
            </a:r>
          </a:p>
        </p:txBody>
      </p:sp>
      <p:pic>
        <p:nvPicPr>
          <p:cNvPr id="5" name="Graphic 4" descr="Morse Code with solid fill">
            <a:extLst>
              <a:ext uri="{FF2B5EF4-FFF2-40B4-BE49-F238E27FC236}">
                <a16:creationId xmlns:a16="http://schemas.microsoft.com/office/drawing/2014/main" id="{3C7F8508-640D-DCEF-95FA-F511A4CE7B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57339" y="2864339"/>
            <a:ext cx="1109784" cy="111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9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1916B-C61D-A4A1-8410-2A6609CC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BF42AE87-F9E2-2490-36AC-8E8DB581B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6079613F-DC8E-28F8-A6D7-FC87D4930A37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E287C9-2783-47FA-35F8-82409880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Fyzický server (HW)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6EB7BB-031F-CF38-8CA8-612F62338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Server lze udělat i z vašeho PC doma, ale je to </a:t>
            </a:r>
            <a:r>
              <a:rPr lang="cs-CZ" dirty="0">
                <a:solidFill>
                  <a:srgbClr val="FB6B40"/>
                </a:solidFill>
                <a:latin typeface="Consolas"/>
              </a:rPr>
              <a:t>neefektivní</a:t>
            </a:r>
            <a:r>
              <a:rPr lang="cs-CZ" dirty="0">
                <a:solidFill>
                  <a:schemeClr val="bg1"/>
                </a:solidFill>
                <a:latin typeface="Consolas"/>
              </a:rPr>
              <a:t>.</a:t>
            </a:r>
          </a:p>
          <a:p>
            <a:r>
              <a:rPr lang="cs-CZ" dirty="0">
                <a:solidFill>
                  <a:schemeClr val="bg1"/>
                </a:solidFill>
                <a:latin typeface="Consolas"/>
              </a:rPr>
              <a:t>Proto vzniká speciální HW navržen přímo pro servery:</a:t>
            </a:r>
            <a:endParaRPr lang="cs-CZ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</a:rPr>
              <a:t>CPU (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Mají více jader a podporují technologie pro virtualizaci)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Motherboard (Obsahují různé rozhraní a sloty pro připojení dalšího hardware, jako jsou procesory, paměť a rozšiřující karty)</a:t>
            </a:r>
          </a:p>
        </p:txBody>
      </p:sp>
      <p:pic>
        <p:nvPicPr>
          <p:cNvPr id="5" name="Graphic 4" descr="Processor with solid fill">
            <a:extLst>
              <a:ext uri="{FF2B5EF4-FFF2-40B4-BE49-F238E27FC236}">
                <a16:creationId xmlns:a16="http://schemas.microsoft.com/office/drawing/2014/main" id="{5F4057DE-4160-AFA8-6792-BFA458B8B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9646" y="2766645"/>
            <a:ext cx="1314938" cy="132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5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1916B-C61D-A4A1-8410-2A6609CC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BF42AE87-F9E2-2490-36AC-8E8DB581B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6079613F-DC8E-28F8-A6D7-FC87D4930A37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E287C9-2783-47FA-35F8-82409880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Výhody a nevýhody HW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6EB7BB-031F-CF38-8CA8-612F62338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Výhody:</a:t>
            </a:r>
            <a:endParaRPr lang="en-US">
              <a:solidFill>
                <a:schemeClr val="bg1"/>
              </a:solidFill>
              <a:latin typeface="Consolas"/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</a:rPr>
              <a:t>Vysoká stabilita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</a:rPr>
              <a:t>Kontrola nad hardwarem</a:t>
            </a:r>
          </a:p>
          <a:p>
            <a:r>
              <a:rPr lang="cs-CZ" dirty="0">
                <a:solidFill>
                  <a:schemeClr val="bg1"/>
                </a:solidFill>
                <a:latin typeface="Consolas"/>
              </a:rPr>
              <a:t>Nevýhody: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</a:rPr>
              <a:t>Náklady na údržbu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</a:rPr>
              <a:t>Omezený škálovatelný výkon</a:t>
            </a:r>
          </a:p>
        </p:txBody>
      </p:sp>
      <p:pic>
        <p:nvPicPr>
          <p:cNvPr id="5" name="Graphic 4" descr="Weights Uneven with solid fill">
            <a:extLst>
              <a:ext uri="{FF2B5EF4-FFF2-40B4-BE49-F238E27FC236}">
                <a16:creationId xmlns:a16="http://schemas.microsoft.com/office/drawing/2014/main" id="{1E21357B-8598-91D2-DFE0-1F20D9851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9646" y="2766646"/>
            <a:ext cx="1305169" cy="132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1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1916B-C61D-A4A1-8410-2A6609CC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BF42AE87-F9E2-2490-36AC-8E8DB581B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6079613F-DC8E-28F8-A6D7-FC87D4930A37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E287C9-2783-47FA-35F8-82409880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 panose="020B0609020204030204" pitchFamily="49" charset="0"/>
              </a:rPr>
              <a:t>Server na cloudu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6EB7BB-031F-CF38-8CA8-612F62338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Consolas" panose="020B0609020204030204" pitchFamily="49" charset="0"/>
              </a:rPr>
              <a:t>Server si lze i </a:t>
            </a:r>
            <a:r>
              <a:rPr lang="cs-CZ" dirty="0">
                <a:solidFill>
                  <a:srgbClr val="FB6B40"/>
                </a:solidFill>
                <a:latin typeface="Consolas" panose="020B0609020204030204" pitchFamily="49" charset="0"/>
              </a:rPr>
              <a:t>pronajmout</a:t>
            </a:r>
            <a:r>
              <a:rPr lang="cs-CZ" dirty="0">
                <a:solidFill>
                  <a:schemeClr val="bg1"/>
                </a:solidFill>
                <a:latin typeface="Consolas" panose="020B0609020204030204" pitchFamily="49" charset="0"/>
              </a:rPr>
              <a:t>, takže nepotřebujeme mít fyzicky hardware.</a:t>
            </a:r>
          </a:p>
          <a:p>
            <a:r>
              <a:rPr lang="cs-CZ" dirty="0">
                <a:solidFill>
                  <a:schemeClr val="bg1"/>
                </a:solidFill>
                <a:latin typeface="Consolas" panose="020B0609020204030204" pitchFamily="49" charset="0"/>
              </a:rPr>
              <a:t>Mezi poskytovatele těchto služeb například patří </a:t>
            </a:r>
            <a:r>
              <a:rPr lang="cs-CZ" dirty="0">
                <a:solidFill>
                  <a:srgbClr val="AA9AF0"/>
                </a:solidFill>
                <a:latin typeface="Consolas" panose="020B06090202040302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</a:t>
            </a:r>
            <a:r>
              <a:rPr lang="cs-CZ" dirty="0">
                <a:solidFill>
                  <a:schemeClr val="bg1"/>
                </a:solidFill>
                <a:latin typeface="Consolas" panose="020B0609020204030204" pitchFamily="49" charset="0"/>
              </a:rPr>
              <a:t> a </a:t>
            </a:r>
            <a:r>
              <a:rPr lang="cs-CZ" dirty="0">
                <a:solidFill>
                  <a:srgbClr val="AA9AF0"/>
                </a:solidFill>
                <a:latin typeface="Consolas" panose="020B06090202040302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</a:t>
            </a:r>
            <a:r>
              <a:rPr lang="cs-CZ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</a:p>
        </p:txBody>
      </p:sp>
      <p:pic>
        <p:nvPicPr>
          <p:cNvPr id="5" name="Graphic 4" descr="Cloud with solid fill">
            <a:extLst>
              <a:ext uri="{FF2B5EF4-FFF2-40B4-BE49-F238E27FC236}">
                <a16:creationId xmlns:a16="http://schemas.microsoft.com/office/drawing/2014/main" id="{E990AE87-C362-92D1-9BCA-BFF3A0618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9646" y="2766646"/>
            <a:ext cx="1305169" cy="132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6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9" name="bomb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1916B-C61D-A4A1-8410-2A6609CC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BF42AE87-F9E2-2490-36AC-8E8DB581B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6079613F-DC8E-28F8-A6D7-FC87D4930A37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E287C9-2783-47FA-35F8-82409880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Výhody a nevýhody cloudu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6EB7BB-031F-CF38-8CA8-612F62338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Výhody:</a:t>
            </a:r>
            <a:endParaRPr lang="en-US">
              <a:solidFill>
                <a:schemeClr val="bg1"/>
              </a:solidFill>
              <a:latin typeface="Consolas"/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</a:rPr>
              <a:t>Škálovatelnost</a:t>
            </a:r>
            <a:endParaRPr lang="cs-CZ">
              <a:solidFill>
                <a:schemeClr val="bg1"/>
              </a:solidFill>
              <a:latin typeface="Consolas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</a:rPr>
              <a:t>Flexibilita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</a:rPr>
              <a:t>Nižší počáteční náklady</a:t>
            </a:r>
          </a:p>
          <a:p>
            <a:r>
              <a:rPr lang="cs-CZ" dirty="0">
                <a:solidFill>
                  <a:schemeClr val="bg1"/>
                </a:solidFill>
                <a:latin typeface="Consolas"/>
              </a:rPr>
              <a:t>Nevýhody: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</a:rPr>
              <a:t>Závislost na internetu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</a:rPr>
              <a:t>Nižší kontrola nad HW</a:t>
            </a:r>
          </a:p>
        </p:txBody>
      </p:sp>
      <p:pic>
        <p:nvPicPr>
          <p:cNvPr id="7" name="Graphic 6" descr="Weights Uneven with solid fill">
            <a:extLst>
              <a:ext uri="{FF2B5EF4-FFF2-40B4-BE49-F238E27FC236}">
                <a16:creationId xmlns:a16="http://schemas.microsoft.com/office/drawing/2014/main" id="{F96A97B3-BFB6-2ECA-0CC9-9D889478C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9646" y="2766646"/>
            <a:ext cx="1305169" cy="132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97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1916B-C61D-A4A1-8410-2A6609CC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BF42AE87-F9E2-2490-36AC-8E8DB581B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6079613F-DC8E-28F8-A6D7-FC87D4930A37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E287C9-2783-47FA-35F8-82409880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Virtualizace serveru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6EB7BB-031F-CF38-8CA8-612F62338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Virtualizace serveru je technologie, která umožňuje jednomu fyzickému serveru běžet jako několik virtuálních strojů (</a:t>
            </a:r>
            <a:r>
              <a:rPr lang="cs-CZ" dirty="0" err="1">
                <a:solidFill>
                  <a:srgbClr val="FB6B40"/>
                </a:solidFill>
                <a:latin typeface="Consolas"/>
                <a:ea typeface="+mn-lt"/>
                <a:cs typeface="+mn-lt"/>
              </a:rPr>
              <a:t>VMs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).</a:t>
            </a:r>
            <a:endParaRPr lang="en-US">
              <a:solidFill>
                <a:schemeClr val="bg1"/>
              </a:solidFill>
              <a:latin typeface="Consolas"/>
              <a:ea typeface="Calibri" panose="020F0502020204030204"/>
              <a:cs typeface="Calibri" panose="020F0502020204030204"/>
            </a:endParaRP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Výhody virtualizace: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Umožňuje optimalizovat využití HW.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Snižuje náklady na provoz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Zjednodušuje správu serverů.</a:t>
            </a:r>
          </a:p>
        </p:txBody>
      </p:sp>
      <p:pic>
        <p:nvPicPr>
          <p:cNvPr id="5" name="Graphic 4" descr="Remote learning science with solid fill">
            <a:extLst>
              <a:ext uri="{FF2B5EF4-FFF2-40B4-BE49-F238E27FC236}">
                <a16:creationId xmlns:a16="http://schemas.microsoft.com/office/drawing/2014/main" id="{2FD72641-6FF3-A956-0BF9-10A170B98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0108" y="2766646"/>
            <a:ext cx="1344246" cy="132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0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1916B-C61D-A4A1-8410-2A6609CC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BF42AE87-F9E2-2490-36AC-8E8DB581B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6079613F-DC8E-28F8-A6D7-FC87D4930A37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E287C9-2783-47FA-35F8-82409880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Virtualizace - </a:t>
            </a:r>
            <a:r>
              <a:rPr lang="cs-CZ" dirty="0" err="1">
                <a:solidFill>
                  <a:schemeClr val="bg1"/>
                </a:solidFill>
                <a:latin typeface="Consolas"/>
              </a:rPr>
              <a:t>Docker</a:t>
            </a: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6EB7BB-031F-CF38-8CA8-612F62338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Docker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je platforma pro kontejnerizaci, která umožňuje balení aplikací a všech potřebných knihoven do jediného kontejneru.</a:t>
            </a:r>
            <a:endParaRPr lang="en-US">
              <a:solidFill>
                <a:schemeClr val="bg1"/>
              </a:solidFill>
              <a:latin typeface="Consolas"/>
              <a:ea typeface="+mn-lt"/>
              <a:cs typeface="+mn-lt"/>
            </a:endParaRP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Kontejnery </a:t>
            </a:r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Docker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jsou snadno přenositelné a mohou být spuštěny na různých OS s minimálními rozdíly.</a:t>
            </a:r>
            <a:endParaRPr lang="cs-CZ">
              <a:solidFill>
                <a:schemeClr val="bg1"/>
              </a:solidFill>
              <a:latin typeface="Consolas"/>
              <a:ea typeface="+mn-lt"/>
              <a:cs typeface="+mn-lt"/>
            </a:endParaRPr>
          </a:p>
        </p:txBody>
      </p:sp>
      <p:pic>
        <p:nvPicPr>
          <p:cNvPr id="7" name="Picture 6" descr="Docker Logo, symbol, meaning, history, PNG, brand">
            <a:extLst>
              <a:ext uri="{FF2B5EF4-FFF2-40B4-BE49-F238E27FC236}">
                <a16:creationId xmlns:a16="http://schemas.microsoft.com/office/drawing/2014/main" id="{01A5567F-2580-3DCD-E336-B80FE1311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9958" y="2865293"/>
            <a:ext cx="2010889" cy="11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5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5" name="bomb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1916B-C61D-A4A1-8410-2A6609CC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BF42AE87-F9E2-2490-36AC-8E8DB581B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6079613F-DC8E-28F8-A6D7-FC87D4930A37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E287C9-2783-47FA-35F8-82409880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>
                <a:solidFill>
                  <a:schemeClr val="bg1"/>
                </a:solidFill>
                <a:latin typeface="Consolas"/>
              </a:rPr>
              <a:t>Docker</a:t>
            </a:r>
            <a:r>
              <a:rPr lang="cs-CZ" dirty="0">
                <a:solidFill>
                  <a:schemeClr val="bg1"/>
                </a:solidFill>
                <a:latin typeface="Consolas"/>
              </a:rPr>
              <a:t> </a:t>
            </a:r>
            <a:r>
              <a:rPr lang="cs-CZ" err="1">
                <a:solidFill>
                  <a:schemeClr val="bg1"/>
                </a:solidFill>
                <a:latin typeface="Consolas"/>
              </a:rPr>
              <a:t>Compose</a:t>
            </a:r>
            <a:endParaRPr lang="en-US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6EB7BB-031F-CF38-8CA8-612F62338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Docker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cs-CZ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Compose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je nástroj pro definování a spouštění více kontejnerů </a:t>
            </a:r>
            <a:r>
              <a:rPr lang="cs-CZ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Docker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s jednoduchým zápisem ve formě .YAML souboru.</a:t>
            </a:r>
            <a:endParaRPr lang="en-US" dirty="0">
              <a:solidFill>
                <a:schemeClr val="bg1"/>
              </a:solidFill>
              <a:latin typeface="Consolas"/>
              <a:ea typeface="+mn-lt"/>
              <a:cs typeface="+mn-lt"/>
            </a:endParaRP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Umožňuje snadno definovat celý </a:t>
            </a:r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stack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služeb pro vývoj a testování.</a:t>
            </a:r>
          </a:p>
        </p:txBody>
      </p:sp>
      <p:pic>
        <p:nvPicPr>
          <p:cNvPr id="7" name="Picture 6" descr="Docker Logo, symbol, meaning, history, PNG, brand">
            <a:extLst>
              <a:ext uri="{FF2B5EF4-FFF2-40B4-BE49-F238E27FC236}">
                <a16:creationId xmlns:a16="http://schemas.microsoft.com/office/drawing/2014/main" id="{01A5567F-2580-3DCD-E336-B80FE1311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9958" y="2865293"/>
            <a:ext cx="2010889" cy="11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5" name="bomb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1916B-C61D-A4A1-8410-2A6609CC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BF42AE87-F9E2-2490-36AC-8E8DB581B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6079613F-DC8E-28F8-A6D7-FC87D4930A37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E287C9-2783-47FA-35F8-82409880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solidFill>
                  <a:schemeClr val="bg1"/>
                </a:solidFill>
                <a:latin typeface="Consolas"/>
                <a:ea typeface="+mj-lt"/>
                <a:cs typeface="+mj-lt"/>
              </a:rPr>
              <a:t>Kubernets</a:t>
            </a:r>
            <a:r>
              <a:rPr lang="cs-CZ" dirty="0">
                <a:solidFill>
                  <a:schemeClr val="bg1"/>
                </a:solidFill>
                <a:latin typeface="Consolas"/>
                <a:ea typeface="+mj-lt"/>
                <a:cs typeface="+mj-lt"/>
              </a:rPr>
              <a:t> (k8s)</a:t>
            </a:r>
            <a:endParaRPr lang="cs-CZ" dirty="0">
              <a:solidFill>
                <a:schemeClr val="bg1"/>
              </a:solidFill>
              <a:latin typeface="Consolas"/>
              <a:ea typeface="Calibri Light"/>
              <a:cs typeface="Calibri Ligh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6EB7BB-031F-CF38-8CA8-612F62338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Je open-source program, který umožňuje správu, škálování a nasazování kontejnerizovaných aplikací. </a:t>
            </a:r>
            <a:endParaRPr lang="cs-CZ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Poskytuje robustní nástroje pro automatizaci správy kontejnerů a zajišťuje, že aplikace běžící v kontejnerech jsou dostupné, škálovatelné a odolné vůči poruchám.</a:t>
            </a:r>
          </a:p>
        </p:txBody>
      </p:sp>
      <p:pic>
        <p:nvPicPr>
          <p:cNvPr id="5" name="Picture 4" descr="Kubernetes Logo transparent PNG - StickPNG">
            <a:extLst>
              <a:ext uri="{FF2B5EF4-FFF2-40B4-BE49-F238E27FC236}">
                <a16:creationId xmlns:a16="http://schemas.microsoft.com/office/drawing/2014/main" id="{06DF82B5-59B4-B333-966B-A8FC1F1D2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5699" y="2846010"/>
            <a:ext cx="1189512" cy="116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2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5" name="bomb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F3DDDCD3-E61C-926D-E5B7-FAB4B92CB6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F717B38-F934-5F71-16C2-0285E59A02FE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9CFF8D3-8496-96A0-5112-578AF4FCC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 panose="020B0609020204030204" pitchFamily="49" charset="0"/>
              </a:rPr>
              <a:t>Bezpečnostní aspekty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552A2F-470F-FBE3-F7DB-5DB53CCE6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6"/>
            <a:ext cx="7594600" cy="33871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cs-CZ" dirty="0">
                <a:solidFill>
                  <a:schemeClr val="bg1"/>
                </a:solidFill>
                <a:latin typeface="Consolas"/>
                <a:cs typeface="Arial"/>
              </a:rPr>
              <a:t>Nedostatečná bezpečnost může vést k </a:t>
            </a:r>
            <a:r>
              <a:rPr lang="cs-CZ" dirty="0">
                <a:solidFill>
                  <a:srgbClr val="FB6B40"/>
                </a:solidFill>
                <a:latin typeface="Consolas"/>
                <a:cs typeface="Arial"/>
              </a:rPr>
              <a:t>úniku citlivých dat</a:t>
            </a:r>
            <a:r>
              <a:rPr lang="cs-CZ" dirty="0">
                <a:solidFill>
                  <a:schemeClr val="bg1"/>
                </a:solidFill>
                <a:latin typeface="Consolas"/>
                <a:cs typeface="Arial"/>
              </a:rPr>
              <a:t>, narušení provozu nebo zneužití zdrojů.</a:t>
            </a:r>
            <a:endParaRPr lang="en-US">
              <a:solidFill>
                <a:schemeClr val="bg1"/>
              </a:solidFill>
              <a:latin typeface="Consolas"/>
              <a:cs typeface="Arial"/>
            </a:endParaRPr>
          </a:p>
          <a:p>
            <a:r>
              <a:rPr lang="cs-CZ" dirty="0">
                <a:solidFill>
                  <a:schemeClr val="bg1"/>
                </a:solidFill>
                <a:latin typeface="Consolas"/>
                <a:cs typeface="Arial"/>
              </a:rPr>
              <a:t>Klíčové aspekty bezpečnosti serverů:</a:t>
            </a:r>
            <a:endParaRPr lang="en-US">
              <a:solidFill>
                <a:schemeClr val="bg1"/>
              </a:solidFill>
              <a:latin typeface="Consolas"/>
              <a:cs typeface="Arial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  <a:cs typeface="Arial"/>
              </a:rPr>
              <a:t>Firewall a síťová bezpečnost</a:t>
            </a:r>
            <a:endParaRPr lang="en-US">
              <a:solidFill>
                <a:schemeClr val="bg1"/>
              </a:solidFill>
              <a:latin typeface="Consolas"/>
              <a:cs typeface="Arial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  <a:cs typeface="Arial"/>
              </a:rPr>
              <a:t>Autorizace a autentifikace (silné heslo, dvou fázová ověření)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cs-CZ" dirty="0">
                <a:solidFill>
                  <a:schemeClr val="bg1"/>
                </a:solidFill>
                <a:latin typeface="Consolas"/>
                <a:cs typeface="Arial"/>
              </a:rPr>
              <a:t>Šifrování dat</a:t>
            </a:r>
            <a:endParaRPr lang="en-US">
              <a:solidFill>
                <a:schemeClr val="bg1"/>
              </a:solidFill>
              <a:latin typeface="Consolas"/>
              <a:cs typeface="Arial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cs-CZ" err="1">
                <a:solidFill>
                  <a:schemeClr val="bg1"/>
                </a:solidFill>
                <a:latin typeface="Consolas"/>
                <a:cs typeface="Arial"/>
              </a:rPr>
              <a:t>Backup</a:t>
            </a:r>
            <a:endParaRPr lang="cs-CZ">
              <a:solidFill>
                <a:schemeClr val="bg1"/>
              </a:solidFill>
              <a:latin typeface="Consolas"/>
              <a:cs typeface="Arial"/>
            </a:endParaRPr>
          </a:p>
        </p:txBody>
      </p:sp>
      <p:pic>
        <p:nvPicPr>
          <p:cNvPr id="5" name="Graphic 4" descr="Key with solid fill">
            <a:extLst>
              <a:ext uri="{FF2B5EF4-FFF2-40B4-BE49-F238E27FC236}">
                <a16:creationId xmlns:a16="http://schemas.microsoft.com/office/drawing/2014/main" id="{DB42FB63-DA7E-4F82-D4A2-59203BF627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1724" y="2698262"/>
            <a:ext cx="1471246" cy="146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7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-110063.wav"/>
          </p:stSnd>
        </p:sndAc>
      </p:transition>
    </mc:Choice>
    <mc:Fallback xmlns="">
      <p:transition spd="slow">
        <p:sndAc>
          <p:stSnd>
            <p:snd r:embed="rId7" name="-110063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1916B-C61D-A4A1-8410-2A6609CC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BF42AE87-F9E2-2490-36AC-8E8DB581B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6079613F-DC8E-28F8-A6D7-FC87D4930A37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E287C9-2783-47FA-35F8-82409880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Aktuální trendy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6EB7BB-031F-CF38-8CA8-612F62338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Již zmiňovaná </a:t>
            </a:r>
            <a:r>
              <a:rPr lang="cs-CZ" dirty="0">
                <a:solidFill>
                  <a:srgbClr val="FB6B40"/>
                </a:solidFill>
                <a:latin typeface="Consolas"/>
                <a:ea typeface="+mn-lt"/>
                <a:cs typeface="+mn-lt"/>
              </a:rPr>
              <a:t>virtualizace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.</a:t>
            </a:r>
            <a:endParaRPr lang="cs-CZ" dirty="0">
              <a:solidFill>
                <a:schemeClr val="bg1"/>
              </a:solidFill>
              <a:latin typeface="Consolas"/>
              <a:ea typeface="Calibri" panose="020F0502020204030204"/>
              <a:cs typeface="Calibri" panose="020F0502020204030204"/>
            </a:endParaRPr>
          </a:p>
          <a:p>
            <a:r>
              <a:rPr lang="cs-CZ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Edge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cs-CZ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computing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(Umístění serveru blíže koncovému zařízení)</a:t>
            </a:r>
          </a:p>
          <a:p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Serverless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computing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(Vývojářům psát kód bez starostí o infrastrukturu)</a:t>
            </a: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AI a </a:t>
            </a:r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machine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learning (Vyžaduje specializovaný hardware GPU a TPU)</a:t>
            </a:r>
          </a:p>
        </p:txBody>
      </p:sp>
      <p:pic>
        <p:nvPicPr>
          <p:cNvPr id="5" name="Graphic 4" descr="Comment Fire with solid fill">
            <a:extLst>
              <a:ext uri="{FF2B5EF4-FFF2-40B4-BE49-F238E27FC236}">
                <a16:creationId xmlns:a16="http://schemas.microsoft.com/office/drawing/2014/main" id="{0910BFBB-94AC-D3D6-A48C-44C75D88C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0108" y="2766646"/>
            <a:ext cx="1334476" cy="132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98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1916B-C61D-A4A1-8410-2A6609CC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BF42AE87-F9E2-2490-36AC-8E8DB581B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6079613F-DC8E-28F8-A6D7-FC87D4930A37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9E287C9-2783-47FA-35F8-82409880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/>
              </a:rPr>
              <a:t>Budoucnost serverů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6EB7BB-031F-CF38-8CA8-612F62338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5"/>
            <a:ext cx="7594600" cy="35968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Kvantové servery (Mohly by přinést rychlejší řešení složitých úloh)</a:t>
            </a: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Rozvoj </a:t>
            </a:r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edge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computing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(S nárůstem </a:t>
            </a:r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IoT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se očekává další rozvoj)</a:t>
            </a:r>
          </a:p>
          <a:p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Zvyšující se důraz na bezpečnost (Budou potřeba odborníci na </a:t>
            </a:r>
            <a:r>
              <a:rPr lang="cs-CZ" dirty="0">
                <a:solidFill>
                  <a:srgbClr val="FB6B40"/>
                </a:solidFill>
                <a:latin typeface="Consolas"/>
                <a:ea typeface="+mn-lt"/>
                <a:cs typeface="+mn-lt"/>
              </a:rPr>
              <a:t>kyberbezpečnost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)</a:t>
            </a:r>
          </a:p>
          <a:p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Serverless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cs-CZ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computing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(Úspora času pro </a:t>
            </a:r>
            <a:r>
              <a:rPr lang="cs-CZ" err="1">
                <a:solidFill>
                  <a:srgbClr val="FB6B40"/>
                </a:solidFill>
                <a:latin typeface="Consolas"/>
                <a:ea typeface="+mn-lt"/>
                <a:cs typeface="+mn-lt"/>
              </a:rPr>
              <a:t>kódery</a:t>
            </a:r>
            <a:r>
              <a:rPr lang="cs-CZ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)</a:t>
            </a:r>
          </a:p>
        </p:txBody>
      </p:sp>
      <p:pic>
        <p:nvPicPr>
          <p:cNvPr id="5" name="Graphic 4" descr="Artificial Intelligence with solid fill">
            <a:extLst>
              <a:ext uri="{FF2B5EF4-FFF2-40B4-BE49-F238E27FC236}">
                <a16:creationId xmlns:a16="http://schemas.microsoft.com/office/drawing/2014/main" id="{FA042633-8520-6EFE-93AC-7038FDA4B6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9877" y="2766646"/>
            <a:ext cx="1324707" cy="132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5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bomb.wav"/>
          </p:stSnd>
        </p:sndAc>
      </p:transition>
    </mc:Choice>
    <mc:Fallback xmlns="">
      <p:transition spd="slow">
        <p:sndAc>
          <p:stSnd>
            <p:snd r:embed="rId7" name="bomb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F3DDDCD3-E61C-926D-E5B7-FAB4B92CB6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811205" y="2987041"/>
            <a:ext cx="6858001" cy="883920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F717B38-F934-5F71-16C2-0285E59A02FE}"/>
              </a:ext>
            </a:extLst>
          </p:cNvPr>
          <p:cNvSpPr/>
          <p:nvPr/>
        </p:nvSpPr>
        <p:spPr>
          <a:xfrm>
            <a:off x="9639300" y="0"/>
            <a:ext cx="2552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9CFF8D3-8496-96A0-5112-578AF4FCC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onsolas" panose="020B0609020204030204" pitchFamily="49" charset="0"/>
              </a:rPr>
              <a:t>Děkuji za pozornost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552A2F-470F-FBE3-F7DB-5DB53CCE6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596"/>
            <a:ext cx="7594600" cy="3387138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  <a:latin typeface="Consolas" panose="020B0609020204030204" pitchFamily="49" charset="0"/>
              </a:rPr>
              <a:t>Čas pro diskuzi :)</a:t>
            </a:r>
          </a:p>
        </p:txBody>
      </p:sp>
      <p:pic>
        <p:nvPicPr>
          <p:cNvPr id="7" name="Grafický objekt 6" descr="Tleskající ruce se souvislou výplní">
            <a:extLst>
              <a:ext uri="{FF2B5EF4-FFF2-40B4-BE49-F238E27FC236}">
                <a16:creationId xmlns:a16="http://schemas.microsoft.com/office/drawing/2014/main" id="{D523372B-263F-A72C-D242-1E8709B7AF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84850" y="2698200"/>
            <a:ext cx="1461600" cy="146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23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7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2" ma:contentTypeDescription="Vytvoří nový dokument" ma:contentTypeScope="" ma:versionID="24ed2775e49a4a50b00fc9bd04733878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c155d8f6408fd70476b73109f3e6b812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140BB9-553E-4600-990B-F40DF4BE0A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975EEB-7E3A-4EB2-9FFE-6A40B6604978}">
  <ds:schemaRefs>
    <ds:schemaRef ds:uri="http://purl.org/dc/dcmitype/"/>
    <ds:schemaRef ds:uri="http://purl.org/dc/elements/1.1/"/>
    <ds:schemaRef ds:uri="f87e30eb-171b-483d-8cf8-0a83c79a11ac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7102979c-b26f-4d91-98cb-63a00b939af4"/>
    <ds:schemaRef ds:uri="http://schemas.microsoft.com/office/2006/documentManagement/typ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AFF54D-E4EF-4184-B9CE-64B9CD702C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556</Words>
  <Application>Microsoft Office PowerPoint</Application>
  <PresentationFormat>Širokoúhlá obrazovka</PresentationFormat>
  <Paragraphs>84</Paragraphs>
  <Slides>17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Courier New</vt:lpstr>
      <vt:lpstr>Courier New,monospace</vt:lpstr>
      <vt:lpstr>Motiv Office</vt:lpstr>
      <vt:lpstr>Základní informace a význam serveru</vt:lpstr>
      <vt:lpstr>Obsah prezentace</vt:lpstr>
      <vt:lpstr>Co to je server?</vt:lpstr>
      <vt:lpstr>Proč potřebujeme servery?</vt:lpstr>
      <vt:lpstr>Software pro servery</vt:lpstr>
      <vt:lpstr>Fyzický server (HW)</vt:lpstr>
      <vt:lpstr>Výhody a nevýhody HW</vt:lpstr>
      <vt:lpstr>Server na cloudu</vt:lpstr>
      <vt:lpstr>Výhody a nevýhody cloudu</vt:lpstr>
      <vt:lpstr>Virtualizace serveru</vt:lpstr>
      <vt:lpstr>Virtualizace - Docker</vt:lpstr>
      <vt:lpstr>Docker Compose</vt:lpstr>
      <vt:lpstr>Kubernets (k8s)</vt:lpstr>
      <vt:lpstr>Bezpečnostní aspekty</vt:lpstr>
      <vt:lpstr>Aktuální trendy</vt:lpstr>
      <vt:lpstr>Budoucnost serverů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