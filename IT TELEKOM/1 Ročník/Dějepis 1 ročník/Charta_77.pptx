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3" r:id="rId4"/>
    <p:sldId id="258" r:id="rId5"/>
    <p:sldId id="259" r:id="rId6"/>
    <p:sldId id="261" r:id="rId7"/>
    <p:sldId id="262" r:id="rId8"/>
    <p:sldId id="260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7DF"/>
    <a:srgbClr val="E0D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FA67EA-78FB-486C-86B4-4C922B8678AF}" v="17" dt="2023-05-05T13:55:33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A7FA67EA-78FB-486C-86B4-4C922B8678AF}"/>
    <pc:docChg chg="undo custSel addSld modSld">
      <pc:chgData name="Alex ŠTÍPA" userId="8648c5ad-f998-46ce-b9a7-526b23d96798" providerId="ADAL" clId="{A7FA67EA-78FB-486C-86B4-4C922B8678AF}" dt="2023-05-05T13:55:37.774" v="945" actId="27636"/>
      <pc:docMkLst>
        <pc:docMk/>
      </pc:docMkLst>
      <pc:sldChg chg="addSp delSp modSp mod">
        <pc:chgData name="Alex ŠTÍPA" userId="8648c5ad-f998-46ce-b9a7-526b23d96798" providerId="ADAL" clId="{A7FA67EA-78FB-486C-86B4-4C922B8678AF}" dt="2023-05-05T13:17:26.824" v="268" actId="478"/>
        <pc:sldMkLst>
          <pc:docMk/>
          <pc:sldMk cId="3139259801" sldId="256"/>
        </pc:sldMkLst>
        <pc:spChg chg="del">
          <ac:chgData name="Alex ŠTÍPA" userId="8648c5ad-f998-46ce-b9a7-526b23d96798" providerId="ADAL" clId="{A7FA67EA-78FB-486C-86B4-4C922B8678AF}" dt="2023-05-05T13:17:23.982" v="266" actId="478"/>
          <ac:spMkLst>
            <pc:docMk/>
            <pc:sldMk cId="3139259801" sldId="256"/>
            <ac:spMk id="2" creationId="{D85D1C61-6AD9-AD4B-6B0E-363BE7DB16C3}"/>
          </ac:spMkLst>
        </pc:spChg>
        <pc:spChg chg="add del mod">
          <ac:chgData name="Alex ŠTÍPA" userId="8648c5ad-f998-46ce-b9a7-526b23d96798" providerId="ADAL" clId="{A7FA67EA-78FB-486C-86B4-4C922B8678AF}" dt="2023-05-05T13:17:26.824" v="268" actId="478"/>
          <ac:spMkLst>
            <pc:docMk/>
            <pc:sldMk cId="3139259801" sldId="256"/>
            <ac:spMk id="6" creationId="{4D70842B-889D-F841-24B8-357B31E1B677}"/>
          </ac:spMkLst>
        </pc:spChg>
      </pc:sldChg>
      <pc:sldChg chg="modSp mod">
        <pc:chgData name="Alex ŠTÍPA" userId="8648c5ad-f998-46ce-b9a7-526b23d96798" providerId="ADAL" clId="{A7FA67EA-78FB-486C-86B4-4C922B8678AF}" dt="2023-05-05T13:25:04.956" v="465" actId="20577"/>
        <pc:sldMkLst>
          <pc:docMk/>
          <pc:sldMk cId="3985792599" sldId="257"/>
        </pc:sldMkLst>
        <pc:spChg chg="mod">
          <ac:chgData name="Alex ŠTÍPA" userId="8648c5ad-f998-46ce-b9a7-526b23d96798" providerId="ADAL" clId="{A7FA67EA-78FB-486C-86B4-4C922B8678AF}" dt="2023-05-05T13:25:04.956" v="465" actId="20577"/>
          <ac:spMkLst>
            <pc:docMk/>
            <pc:sldMk cId="3985792599" sldId="257"/>
            <ac:spMk id="3" creationId="{84768F88-E801-8938-95E3-60C0732DF2FC}"/>
          </ac:spMkLst>
        </pc:spChg>
      </pc:sldChg>
      <pc:sldChg chg="modSp mod">
        <pc:chgData name="Alex ŠTÍPA" userId="8648c5ad-f998-46ce-b9a7-526b23d96798" providerId="ADAL" clId="{A7FA67EA-78FB-486C-86B4-4C922B8678AF}" dt="2023-05-05T13:36:33.862" v="534" actId="403"/>
        <pc:sldMkLst>
          <pc:docMk/>
          <pc:sldMk cId="2423075137" sldId="258"/>
        </pc:sldMkLst>
        <pc:spChg chg="mod">
          <ac:chgData name="Alex ŠTÍPA" userId="8648c5ad-f998-46ce-b9a7-526b23d96798" providerId="ADAL" clId="{A7FA67EA-78FB-486C-86B4-4C922B8678AF}" dt="2023-05-05T13:36:33.862" v="534" actId="403"/>
          <ac:spMkLst>
            <pc:docMk/>
            <pc:sldMk cId="2423075137" sldId="258"/>
            <ac:spMk id="3" creationId="{294ACFAF-695E-6F2F-F254-3BFFE5AE04AC}"/>
          </ac:spMkLst>
        </pc:spChg>
      </pc:sldChg>
      <pc:sldChg chg="modSp mod">
        <pc:chgData name="Alex ŠTÍPA" userId="8648c5ad-f998-46ce-b9a7-526b23d96798" providerId="ADAL" clId="{A7FA67EA-78FB-486C-86B4-4C922B8678AF}" dt="2023-05-05T13:18:25.120" v="285" actId="1076"/>
        <pc:sldMkLst>
          <pc:docMk/>
          <pc:sldMk cId="2499167241" sldId="259"/>
        </pc:sldMkLst>
        <pc:spChg chg="mod">
          <ac:chgData name="Alex ŠTÍPA" userId="8648c5ad-f998-46ce-b9a7-526b23d96798" providerId="ADAL" clId="{A7FA67EA-78FB-486C-86B4-4C922B8678AF}" dt="2023-05-05T13:16:38.669" v="265" actId="1076"/>
          <ac:spMkLst>
            <pc:docMk/>
            <pc:sldMk cId="2499167241" sldId="259"/>
            <ac:spMk id="2" creationId="{6B2C688A-C206-AE3B-B269-4DFCCA553B14}"/>
          </ac:spMkLst>
        </pc:spChg>
        <pc:spChg chg="mod">
          <ac:chgData name="Alex ŠTÍPA" userId="8648c5ad-f998-46ce-b9a7-526b23d96798" providerId="ADAL" clId="{A7FA67EA-78FB-486C-86B4-4C922B8678AF}" dt="2023-05-05T13:18:25.120" v="285" actId="1076"/>
          <ac:spMkLst>
            <pc:docMk/>
            <pc:sldMk cId="2499167241" sldId="259"/>
            <ac:spMk id="3" creationId="{8DA73C62-084F-5741-E825-7411424720E3}"/>
          </ac:spMkLst>
        </pc:spChg>
      </pc:sldChg>
      <pc:sldChg chg="modSp mod">
        <pc:chgData name="Alex ŠTÍPA" userId="8648c5ad-f998-46ce-b9a7-526b23d96798" providerId="ADAL" clId="{A7FA67EA-78FB-486C-86B4-4C922B8678AF}" dt="2023-05-05T13:55:37.774" v="945" actId="27636"/>
        <pc:sldMkLst>
          <pc:docMk/>
          <pc:sldMk cId="1680059687" sldId="260"/>
        </pc:sldMkLst>
        <pc:spChg chg="mod">
          <ac:chgData name="Alex ŠTÍPA" userId="8648c5ad-f998-46ce-b9a7-526b23d96798" providerId="ADAL" clId="{A7FA67EA-78FB-486C-86B4-4C922B8678AF}" dt="2023-05-05T13:55:37.774" v="945" actId="27636"/>
          <ac:spMkLst>
            <pc:docMk/>
            <pc:sldMk cId="1680059687" sldId="260"/>
            <ac:spMk id="3" creationId="{06FF82FA-6994-2AE7-ADEC-B4DDDF585518}"/>
          </ac:spMkLst>
        </pc:spChg>
      </pc:sldChg>
      <pc:sldChg chg="addSp delSp modSp mod">
        <pc:chgData name="Alex ŠTÍPA" userId="8648c5ad-f998-46ce-b9a7-526b23d96798" providerId="ADAL" clId="{A7FA67EA-78FB-486C-86B4-4C922B8678AF}" dt="2023-05-05T13:16:21.639" v="264" actId="208"/>
        <pc:sldMkLst>
          <pc:docMk/>
          <pc:sldMk cId="3309823887" sldId="261"/>
        </pc:sldMkLst>
        <pc:spChg chg="mod">
          <ac:chgData name="Alex ŠTÍPA" userId="8648c5ad-f998-46ce-b9a7-526b23d96798" providerId="ADAL" clId="{A7FA67EA-78FB-486C-86B4-4C922B8678AF}" dt="2023-05-05T13:15:51.342" v="260" actId="27636"/>
          <ac:spMkLst>
            <pc:docMk/>
            <pc:sldMk cId="3309823887" sldId="261"/>
            <ac:spMk id="2" creationId="{FD0D57A3-66BC-94F4-2DAE-0D59E6A6882C}"/>
          </ac:spMkLst>
        </pc:spChg>
        <pc:spChg chg="mod">
          <ac:chgData name="Alex ŠTÍPA" userId="8648c5ad-f998-46ce-b9a7-526b23d96798" providerId="ADAL" clId="{A7FA67EA-78FB-486C-86B4-4C922B8678AF}" dt="2023-05-05T13:14:36.543" v="239" actId="404"/>
          <ac:spMkLst>
            <pc:docMk/>
            <pc:sldMk cId="3309823887" sldId="261"/>
            <ac:spMk id="3" creationId="{F5FBD0CE-3D8D-5215-9107-2A9DF161D30C}"/>
          </ac:spMkLst>
        </pc:spChg>
        <pc:spChg chg="add del mod">
          <ac:chgData name="Alex ŠTÍPA" userId="8648c5ad-f998-46ce-b9a7-526b23d96798" providerId="ADAL" clId="{A7FA67EA-78FB-486C-86B4-4C922B8678AF}" dt="2023-05-05T13:13:25.402" v="214" actId="478"/>
          <ac:spMkLst>
            <pc:docMk/>
            <pc:sldMk cId="3309823887" sldId="261"/>
            <ac:spMk id="4" creationId="{1648F12A-E498-E9D5-4CD7-861960486A57}"/>
          </ac:spMkLst>
        </pc:spChg>
        <pc:spChg chg="add mod">
          <ac:chgData name="Alex ŠTÍPA" userId="8648c5ad-f998-46ce-b9a7-526b23d96798" providerId="ADAL" clId="{A7FA67EA-78FB-486C-86B4-4C922B8678AF}" dt="2023-05-05T13:14:29.463" v="235" actId="403"/>
          <ac:spMkLst>
            <pc:docMk/>
            <pc:sldMk cId="3309823887" sldId="261"/>
            <ac:spMk id="5" creationId="{5B310E0E-96F0-B05B-8E5E-69B8364D8957}"/>
          </ac:spMkLst>
        </pc:spChg>
        <pc:spChg chg="add mod ord">
          <ac:chgData name="Alex ŠTÍPA" userId="8648c5ad-f998-46ce-b9a7-526b23d96798" providerId="ADAL" clId="{A7FA67EA-78FB-486C-86B4-4C922B8678AF}" dt="2023-05-05T13:16:21.639" v="264" actId="208"/>
          <ac:spMkLst>
            <pc:docMk/>
            <pc:sldMk cId="3309823887" sldId="261"/>
            <ac:spMk id="6" creationId="{F25019FC-F703-672C-0854-4118712DBB55}"/>
          </ac:spMkLst>
        </pc:spChg>
        <pc:spChg chg="add del">
          <ac:chgData name="Alex ŠTÍPA" userId="8648c5ad-f998-46ce-b9a7-526b23d96798" providerId="ADAL" clId="{A7FA67EA-78FB-486C-86B4-4C922B8678AF}" dt="2023-05-05T13:12:36.793" v="205" actId="478"/>
          <ac:spMkLst>
            <pc:docMk/>
            <pc:sldMk cId="3309823887" sldId="261"/>
            <ac:spMk id="1031" creationId="{3F3B7F5A-1B06-4815-B7EB-049C6AFC172C}"/>
          </ac:spMkLst>
        </pc:spChg>
        <pc:spChg chg="add del mod">
          <ac:chgData name="Alex ŠTÍPA" userId="8648c5ad-f998-46ce-b9a7-526b23d96798" providerId="ADAL" clId="{A7FA67EA-78FB-486C-86B4-4C922B8678AF}" dt="2023-05-05T13:12:01.538" v="200" actId="478"/>
          <ac:spMkLst>
            <pc:docMk/>
            <pc:sldMk cId="3309823887" sldId="261"/>
            <ac:spMk id="1033" creationId="{2E740899-0F0E-42D8-ACE8-A38B9E3294FF}"/>
          </ac:spMkLst>
        </pc:spChg>
        <pc:spChg chg="add del">
          <ac:chgData name="Alex ŠTÍPA" userId="8648c5ad-f998-46ce-b9a7-526b23d96798" providerId="ADAL" clId="{A7FA67EA-78FB-486C-86B4-4C922B8678AF}" dt="2023-05-05T13:12:28.197" v="204" actId="478"/>
          <ac:spMkLst>
            <pc:docMk/>
            <pc:sldMk cId="3309823887" sldId="261"/>
            <ac:spMk id="1035" creationId="{2298BF2C-AFD8-4232-9364-E649CD10DFF4}"/>
          </ac:spMkLst>
        </pc:spChg>
        <pc:picChg chg="add del mod ord">
          <ac:chgData name="Alex ŠTÍPA" userId="8648c5ad-f998-46ce-b9a7-526b23d96798" providerId="ADAL" clId="{A7FA67EA-78FB-486C-86B4-4C922B8678AF}" dt="2023-05-05T13:12:57.676" v="208" actId="34135"/>
          <ac:picMkLst>
            <pc:docMk/>
            <pc:sldMk cId="3309823887" sldId="261"/>
            <ac:picMk id="1026" creationId="{6A2CA1F4-1890-5F52-0A64-2BFE7ABA6D26}"/>
          </ac:picMkLst>
        </pc:picChg>
      </pc:sldChg>
      <pc:sldChg chg="modSp new mod">
        <pc:chgData name="Alex ŠTÍPA" userId="8648c5ad-f998-46ce-b9a7-526b23d96798" providerId="ADAL" clId="{A7FA67EA-78FB-486C-86B4-4C922B8678AF}" dt="2023-05-05T13:54:50.832" v="940" actId="403"/>
        <pc:sldMkLst>
          <pc:docMk/>
          <pc:sldMk cId="2835024613" sldId="262"/>
        </pc:sldMkLst>
        <pc:spChg chg="mod">
          <ac:chgData name="Alex ŠTÍPA" userId="8648c5ad-f998-46ce-b9a7-526b23d96798" providerId="ADAL" clId="{A7FA67EA-78FB-486C-86B4-4C922B8678AF}" dt="2023-05-05T13:54:50.832" v="940" actId="403"/>
          <ac:spMkLst>
            <pc:docMk/>
            <pc:sldMk cId="2835024613" sldId="262"/>
            <ac:spMk id="2" creationId="{99884F50-2D45-7FA0-1AD2-7BAF570683C7}"/>
          </ac:spMkLst>
        </pc:spChg>
        <pc:spChg chg="mod">
          <ac:chgData name="Alex ŠTÍPA" userId="8648c5ad-f998-46ce-b9a7-526b23d96798" providerId="ADAL" clId="{A7FA67EA-78FB-486C-86B4-4C922B8678AF}" dt="2023-05-05T13:54:43.018" v="939" actId="27636"/>
          <ac:spMkLst>
            <pc:docMk/>
            <pc:sldMk cId="2835024613" sldId="262"/>
            <ac:spMk id="3" creationId="{0B97758F-C045-3835-0DCA-6A0F097B17D7}"/>
          </ac:spMkLst>
        </pc:spChg>
      </pc:sldChg>
      <pc:sldChg chg="modSp new mod">
        <pc:chgData name="Alex ŠTÍPA" userId="8648c5ad-f998-46ce-b9a7-526b23d96798" providerId="ADAL" clId="{A7FA67EA-78FB-486C-86B4-4C922B8678AF}" dt="2023-05-05T13:36:16.904" v="527" actId="403"/>
        <pc:sldMkLst>
          <pc:docMk/>
          <pc:sldMk cId="1256075065" sldId="263"/>
        </pc:sldMkLst>
        <pc:spChg chg="mod">
          <ac:chgData name="Alex ŠTÍPA" userId="8648c5ad-f998-46ce-b9a7-526b23d96798" providerId="ADAL" clId="{A7FA67EA-78FB-486C-86B4-4C922B8678AF}" dt="2023-05-05T13:36:16.904" v="527" actId="403"/>
          <ac:spMkLst>
            <pc:docMk/>
            <pc:sldMk cId="1256075065" sldId="263"/>
            <ac:spMk id="2" creationId="{5E841062-F376-C479-F763-24DB37C4F672}"/>
          </ac:spMkLst>
        </pc:spChg>
        <pc:spChg chg="mod">
          <ac:chgData name="Alex ŠTÍPA" userId="8648c5ad-f998-46ce-b9a7-526b23d96798" providerId="ADAL" clId="{A7FA67EA-78FB-486C-86B4-4C922B8678AF}" dt="2023-05-05T13:36:13.710" v="525" actId="403"/>
          <ac:spMkLst>
            <pc:docMk/>
            <pc:sldMk cId="1256075065" sldId="263"/>
            <ac:spMk id="3" creationId="{9496104A-962D-B114-3654-6A8EA2344D7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64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67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7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5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2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90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9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F07CD3FD-BE54-4400-942B-C6C15AA73DF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56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Jan_Pato%C4%8Dka" TargetMode="External"/><Relationship Id="rId3" Type="http://schemas.openxmlformats.org/officeDocument/2006/relationships/hyperlink" Target="https://cs.wikipedia.org/wiki/Anticharta" TargetMode="External"/><Relationship Id="rId7" Type="http://schemas.openxmlformats.org/officeDocument/2006/relationships/hyperlink" Target="https://cs.wikipedia.org/wiki/Eva_Kant%C5%AFrkov%C3%A1" TargetMode="External"/><Relationship Id="rId2" Type="http://schemas.openxmlformats.org/officeDocument/2006/relationships/hyperlink" Target="https://plus.rozhlas.cz/pribehy-20-stoleti-ctyricet-let-od-anticharty-764958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t24.ceskatelevize.cz/domaci/2055770-kacirsky-filozof-jan-patocka-vedel-ze-jsou-veci-pro-ktere-stoji-za-trpet" TargetMode="External"/><Relationship Id="rId5" Type="http://schemas.openxmlformats.org/officeDocument/2006/relationships/hyperlink" Target="https://www.mujrozhlas.cz/momenty/reseni-se-vzdycky-najde-rika-eva-kanturkova" TargetMode="External"/><Relationship Id="rId4" Type="http://schemas.openxmlformats.org/officeDocument/2006/relationships/hyperlink" Target="https://ct24.ceskatelevize.cz/domaci/1998685-charta-77-byla-zverejnena-pred-40-lety-podepsalo-ji-temer-1900-lidi" TargetMode="External"/><Relationship Id="rId9" Type="http://schemas.openxmlformats.org/officeDocument/2006/relationships/hyperlink" Target="https://cs.wikipedia.org/wiki/Charta_7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EEBC7-66DE-3AA9-B7A4-F2BCC3D27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BD78BA5-2579-4D62-B68F-2289D39B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75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25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A68346-98EF-ACE5-8D74-DC1F6FA2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/>
              <a:t>Co to 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768F88-E801-8938-95E3-60C0732DF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Československá občanská iniciativa</a:t>
            </a:r>
          </a:p>
          <a:p>
            <a:r>
              <a:rPr lang="cs-CZ" sz="2800" dirty="0"/>
              <a:t>Zastánce za lidské a občanské práva</a:t>
            </a:r>
          </a:p>
          <a:p>
            <a:r>
              <a:rPr lang="cs-CZ" sz="2800" dirty="0"/>
              <a:t>Zčásti anonymní</a:t>
            </a:r>
          </a:p>
          <a:p>
            <a:r>
              <a:rPr lang="cs-CZ" sz="2800" dirty="0"/>
              <a:t>Období působení</a:t>
            </a:r>
          </a:p>
          <a:p>
            <a:r>
              <a:rPr lang="cs-CZ" sz="2800" dirty="0"/>
              <a:t>Název</a:t>
            </a:r>
          </a:p>
        </p:txBody>
      </p:sp>
    </p:spTree>
    <p:extLst>
      <p:ext uri="{BB962C8B-B14F-4D97-AF65-F5344CB8AC3E}">
        <p14:creationId xmlns:p14="http://schemas.microsoft.com/office/powerpoint/2010/main" val="39857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841062-F376-C479-F763-24DB37C4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/>
              <a:t>Záměr charty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96104A-962D-B114-3654-6A8EA2344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Reprezentanti měli být z odlišných povolání, politické postojů a náboženství</a:t>
            </a:r>
          </a:p>
          <a:p>
            <a:r>
              <a:rPr lang="cs-CZ" sz="2800" dirty="0"/>
              <a:t>Odpor vůči režimu</a:t>
            </a:r>
          </a:p>
          <a:p>
            <a:r>
              <a:rPr lang="cs-CZ" sz="2800" dirty="0"/>
              <a:t>Volné neformální sdružení lidí</a:t>
            </a:r>
          </a:p>
          <a:p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125607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A61BAC-F3BB-2703-B345-D6A22EF0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kdo podepsali petici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4ACFAF-695E-6F2F-F254-3BFFE5AE0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0"/>
            <a:ext cx="10363200" cy="3937883"/>
          </a:xfrm>
        </p:spPr>
        <p:txBody>
          <a:bodyPr>
            <a:normAutofit fontScale="92500" lnSpcReduction="10000"/>
          </a:bodyPr>
          <a:lstStyle/>
          <a:p>
            <a:r>
              <a:rPr lang="cs-CZ" sz="2800" dirty="0"/>
              <a:t>Václav Havel</a:t>
            </a:r>
          </a:p>
          <a:p>
            <a:r>
              <a:rPr lang="cs-CZ" sz="2800" dirty="0"/>
              <a:t>Pavel Kohout</a:t>
            </a:r>
          </a:p>
          <a:p>
            <a:r>
              <a:rPr lang="cs-CZ" sz="2800" dirty="0"/>
              <a:t>Jan Potočka</a:t>
            </a:r>
          </a:p>
          <a:p>
            <a:r>
              <a:rPr lang="cs-CZ" sz="2800" dirty="0"/>
              <a:t>Jiří Němec</a:t>
            </a:r>
          </a:p>
          <a:p>
            <a:r>
              <a:rPr lang="cs-CZ" sz="2800" dirty="0"/>
              <a:t>Václav Bedna </a:t>
            </a:r>
          </a:p>
          <a:p>
            <a:r>
              <a:rPr lang="cs-CZ" sz="2800" dirty="0"/>
              <a:t>Petr Uhl</a:t>
            </a:r>
          </a:p>
          <a:p>
            <a:r>
              <a:rPr lang="cs-CZ" sz="2800" dirty="0"/>
              <a:t>A mnoho dalších</a:t>
            </a:r>
          </a:p>
        </p:txBody>
      </p:sp>
    </p:spTree>
    <p:extLst>
      <p:ext uri="{BB962C8B-B14F-4D97-AF65-F5344CB8AC3E}">
        <p14:creationId xmlns:p14="http://schemas.microsoft.com/office/powerpoint/2010/main" val="242307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2C688A-C206-AE3B-B269-4DFCCA55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399" y="1086266"/>
            <a:ext cx="10570927" cy="788465"/>
          </a:xfrm>
        </p:spPr>
        <p:txBody>
          <a:bodyPr anchor="b">
            <a:normAutofit/>
          </a:bodyPr>
          <a:lstStyle/>
          <a:p>
            <a:r>
              <a:rPr lang="cs-CZ" dirty="0"/>
              <a:t>Mluvčí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A73C62-084F-5741-E825-741142472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3389" y="2092369"/>
            <a:ext cx="3772685" cy="476563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800" b="1" dirty="0"/>
              <a:t>Eva Kantůrková</a:t>
            </a:r>
          </a:p>
          <a:p>
            <a:pPr lvl="1">
              <a:lnSpc>
                <a:spcPct val="110000"/>
              </a:lnSpc>
            </a:pPr>
            <a:r>
              <a:rPr lang="cs-CZ" dirty="0"/>
              <a:t>Byla vězněna za ‚‚podvrácení republiky‘‘</a:t>
            </a:r>
          </a:p>
          <a:p>
            <a:pPr lvl="1">
              <a:lnSpc>
                <a:spcPct val="110000"/>
              </a:lnSpc>
            </a:pPr>
            <a:r>
              <a:rPr lang="cs-CZ" dirty="0"/>
              <a:t>Prozaička a scénáristka</a:t>
            </a:r>
          </a:p>
          <a:p>
            <a:pPr lvl="1">
              <a:lnSpc>
                <a:spcPct val="110000"/>
              </a:lnSpc>
            </a:pPr>
            <a:r>
              <a:rPr lang="cs-CZ" dirty="0"/>
              <a:t>Byla na listině zakázaných autorů</a:t>
            </a:r>
          </a:p>
          <a:p>
            <a:pPr>
              <a:lnSpc>
                <a:spcPct val="110000"/>
              </a:lnSpc>
            </a:pPr>
            <a:r>
              <a:rPr lang="cs-CZ" sz="1800" b="1" dirty="0"/>
              <a:t>Jan Potočka</a:t>
            </a:r>
          </a:p>
          <a:p>
            <a:pPr lvl="1">
              <a:lnSpc>
                <a:spcPct val="110000"/>
              </a:lnSpc>
            </a:pPr>
            <a:r>
              <a:rPr lang="cs-CZ" dirty="0"/>
              <a:t>Veřejně vystupoval proti komunismu</a:t>
            </a:r>
          </a:p>
          <a:p>
            <a:pPr lvl="1">
              <a:lnSpc>
                <a:spcPct val="110000"/>
              </a:lnSpc>
            </a:pPr>
            <a:r>
              <a:rPr lang="cs-CZ" dirty="0"/>
              <a:t>Jeho texty ho dovedly k smrti</a:t>
            </a:r>
          </a:p>
          <a:p>
            <a:pPr lvl="1">
              <a:lnSpc>
                <a:spcPct val="110000"/>
              </a:lnSpc>
            </a:pPr>
            <a:r>
              <a:rPr lang="cs-CZ" dirty="0"/>
              <a:t>Byl zatčen </a:t>
            </a:r>
            <a:r>
              <a:rPr lang="cs-CZ" dirty="0" err="1"/>
              <a:t>Stb</a:t>
            </a:r>
            <a:r>
              <a:rPr lang="cs-CZ" dirty="0"/>
              <a:t> a vyslýchán</a:t>
            </a:r>
          </a:p>
          <a:p>
            <a:pPr lvl="1">
              <a:lnSpc>
                <a:spcPct val="110000"/>
              </a:lnSpc>
            </a:pPr>
            <a:r>
              <a:rPr lang="cs-CZ" dirty="0"/>
              <a:t>Nakonec zemřel na mozkovou mrtvici</a:t>
            </a:r>
          </a:p>
          <a:p>
            <a:pPr lvl="1">
              <a:lnSpc>
                <a:spcPct val="110000"/>
              </a:lnSpc>
            </a:pPr>
            <a:endParaRPr lang="cs-CZ" dirty="0"/>
          </a:p>
        </p:txBody>
      </p:sp>
      <p:pic>
        <p:nvPicPr>
          <p:cNvPr id="1028" name="Picture 4" descr="Řešení se vždycky najde, říká Eva Kantůrková • mujRozhlas">
            <a:extLst>
              <a:ext uri="{FF2B5EF4-FFF2-40B4-BE49-F238E27FC236}">
                <a16:creationId xmlns:a16="http://schemas.microsoft.com/office/drawing/2014/main" id="{9A2635C2-DBB8-7671-8D47-BB398545F2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5" r="25947" b="2"/>
          <a:stretch/>
        </p:blipFill>
        <p:spPr bwMode="auto">
          <a:xfrm>
            <a:off x="990599" y="2092362"/>
            <a:ext cx="3482843" cy="4765632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026" name="Picture 2" descr="Kacířský filozof Jan Patočka věděl, že jsou věci, pro které stojí za to  trpět — ČT24 — Česká televize">
            <a:extLst>
              <a:ext uri="{FF2B5EF4-FFF2-40B4-BE49-F238E27FC236}">
                <a16:creationId xmlns:a16="http://schemas.microsoft.com/office/drawing/2014/main" id="{F843FAF9-9F6C-0D7E-0DBB-8B28BEECD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25" r="18076" b="1"/>
          <a:stretch/>
        </p:blipFill>
        <p:spPr bwMode="auto">
          <a:xfrm>
            <a:off x="4473442" y="2092363"/>
            <a:ext cx="3482842" cy="476563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99167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říběhy 20. století: Čtyřicet let od „Anticharty“ | Plus">
            <a:extLst>
              <a:ext uri="{FF2B5EF4-FFF2-40B4-BE49-F238E27FC236}">
                <a16:creationId xmlns:a16="http://schemas.microsoft.com/office/drawing/2014/main" id="{6A2CA1F4-1890-5F52-0A64-2BFE7ABA6D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1"/>
            <a:ext cx="12191980" cy="685798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F25019FC-F703-672C-0854-4118712DBB55}"/>
              </a:ext>
            </a:extLst>
          </p:cNvPr>
          <p:cNvSpPr/>
          <p:nvPr/>
        </p:nvSpPr>
        <p:spPr>
          <a:xfrm>
            <a:off x="3007360" y="212571"/>
            <a:ext cx="2824480" cy="915189"/>
          </a:xfrm>
          <a:prstGeom prst="rect">
            <a:avLst/>
          </a:prstGeom>
          <a:solidFill>
            <a:srgbClr val="EDE7DF"/>
          </a:solidFill>
          <a:ln>
            <a:solidFill>
              <a:srgbClr val="EDE7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D0D57A3-66BC-94F4-2DAE-0D59E6A6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268" y="212571"/>
            <a:ext cx="4532128" cy="752629"/>
          </a:xfrm>
        </p:spPr>
        <p:txBody>
          <a:bodyPr>
            <a:normAutofit fontScale="90000"/>
          </a:bodyPr>
          <a:lstStyle/>
          <a:p>
            <a:r>
              <a:rPr lang="cs-CZ" sz="4800" b="1" dirty="0"/>
              <a:t>anticharta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FBD0CE-3D8D-5215-9107-2A9DF161D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703" y="4591520"/>
            <a:ext cx="8383417" cy="4754879"/>
          </a:xfrm>
        </p:spPr>
        <p:txBody>
          <a:bodyPr>
            <a:normAutofit/>
          </a:bodyPr>
          <a:lstStyle/>
          <a:p>
            <a:r>
              <a:rPr lang="cs-CZ" sz="2800" b="1" dirty="0"/>
              <a:t>Nejprve byla vydána ostrá kritika v Rudém právu</a:t>
            </a:r>
          </a:p>
          <a:p>
            <a:r>
              <a:rPr lang="cs-CZ" sz="2800" b="1" dirty="0"/>
              <a:t>Potom se vytvořila anticharta</a:t>
            </a:r>
          </a:p>
          <a:p>
            <a:r>
              <a:rPr lang="cs-CZ" sz="2800" b="1" dirty="0"/>
              <a:t>Byla uvedena ve stejném roce jako charta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B310E0E-96F0-B05B-8E5E-69B8364D8957}"/>
              </a:ext>
            </a:extLst>
          </p:cNvPr>
          <p:cNvSpPr txBox="1"/>
          <p:nvPr/>
        </p:nvSpPr>
        <p:spPr>
          <a:xfrm>
            <a:off x="228422" y="2942998"/>
            <a:ext cx="304309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800" b="1" dirty="0"/>
              <a:t>Vydala komunistická vláda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800" b="1" dirty="0"/>
              <a:t>Podepsali atleti, kteří byly věrni komunismu</a:t>
            </a:r>
          </a:p>
          <a:p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3309823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884F50-2D45-7FA0-1AD2-7BAF5706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/>
              <a:t>účinek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97758F-C045-3835-0DCA-6A0F097B1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0"/>
            <a:ext cx="10363200" cy="3793503"/>
          </a:xfrm>
        </p:spPr>
        <p:txBody>
          <a:bodyPr>
            <a:normAutofit fontScale="92500" lnSpcReduction="10000"/>
          </a:bodyPr>
          <a:lstStyle/>
          <a:p>
            <a:r>
              <a:rPr lang="cs-CZ" sz="2400" dirty="0"/>
              <a:t>Největší účinek měla až v roce 1989, po výměně vlády</a:t>
            </a:r>
          </a:p>
          <a:p>
            <a:r>
              <a:rPr lang="cs-CZ" sz="2400" dirty="0"/>
              <a:t>Nebyla mezi lidmi rozšířená</a:t>
            </a:r>
          </a:p>
          <a:p>
            <a:r>
              <a:rPr lang="cs-CZ" sz="2400" dirty="0"/>
              <a:t>Snaha komunistů to nejvíce ututlat</a:t>
            </a:r>
          </a:p>
          <a:p>
            <a:r>
              <a:rPr lang="cs-CZ" sz="2400" dirty="0"/>
              <a:t>Rušení rádia Svobodná Evropa</a:t>
            </a:r>
          </a:p>
          <a:p>
            <a:r>
              <a:rPr lang="cs-CZ" sz="2400" dirty="0"/>
              <a:t>Většina lidi co se dozvěděla o Chartě, bylo prostřednictvím </a:t>
            </a:r>
            <a:r>
              <a:rPr lang="cs-CZ" sz="2400" dirty="0" err="1"/>
              <a:t>protikampaně</a:t>
            </a:r>
            <a:endParaRPr lang="cs-CZ" sz="2400" dirty="0"/>
          </a:p>
          <a:p>
            <a:pPr lvl="1"/>
            <a:r>
              <a:rPr lang="cs-CZ" dirty="0"/>
              <a:t>Anticharta</a:t>
            </a:r>
          </a:p>
          <a:p>
            <a:r>
              <a:rPr lang="cs-CZ" sz="1800" dirty="0"/>
              <a:t>V roce 1876 podepsalo okolo 250 lidí</a:t>
            </a:r>
          </a:p>
          <a:p>
            <a:r>
              <a:rPr lang="cs-CZ" sz="1800" dirty="0"/>
              <a:t>V roce 1989 1900 lidí</a:t>
            </a:r>
          </a:p>
        </p:txBody>
      </p:sp>
    </p:spTree>
    <p:extLst>
      <p:ext uri="{BB962C8B-B14F-4D97-AF65-F5344CB8AC3E}">
        <p14:creationId xmlns:p14="http://schemas.microsoft.com/office/powerpoint/2010/main" val="283502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03AE17-DE92-D55E-FBF5-24522607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FF82FA-6994-2AE7-ADEC-B4DDDF585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0"/>
            <a:ext cx="10363200" cy="4159263"/>
          </a:xfrm>
        </p:spPr>
        <p:txBody>
          <a:bodyPr>
            <a:normAutofit fontScale="92500" lnSpcReduction="20000"/>
          </a:bodyPr>
          <a:lstStyle/>
          <a:p>
            <a:r>
              <a:rPr lang="cs-CZ" dirty="0">
                <a:hlinkClick r:id="rId2"/>
              </a:rPr>
              <a:t>https://plus.rozhlas.cz/pribehy-20-stoleti-ctyricet-let-od-anticharty-7649583</a:t>
            </a:r>
            <a:endParaRPr lang="cs-CZ" dirty="0"/>
          </a:p>
          <a:p>
            <a:r>
              <a:rPr lang="cs-CZ" dirty="0">
                <a:hlinkClick r:id="rId3"/>
              </a:rPr>
              <a:t>https://cs.wikipedia.org/wiki/Anticharta</a:t>
            </a:r>
            <a:endParaRPr lang="cs-CZ" dirty="0"/>
          </a:p>
          <a:p>
            <a:r>
              <a:rPr lang="cs-CZ" dirty="0">
                <a:hlinkClick r:id="rId4"/>
              </a:rPr>
              <a:t>https://ct24.ceskatelevize.cz/domaci/1998685-charta-77-byla-zverejnena-pred-40-lety-podepsalo-ji-temer-1900-lidi</a:t>
            </a:r>
            <a:endParaRPr lang="cs-CZ" dirty="0"/>
          </a:p>
          <a:p>
            <a:r>
              <a:rPr lang="cs-CZ" dirty="0">
                <a:hlinkClick r:id="rId5"/>
              </a:rPr>
              <a:t>https://www.mujrozhlas.cz/momenty/reseni-se-vzdycky-najde-rika-eva-kanturkova</a:t>
            </a:r>
            <a:endParaRPr lang="cs-CZ" dirty="0"/>
          </a:p>
          <a:p>
            <a:r>
              <a:rPr lang="cs-CZ" dirty="0">
                <a:hlinkClick r:id="rId6"/>
              </a:rPr>
              <a:t>https://ct24.ceskatelevize.cz/domaci/2055770-kacirsky-filozof-jan-patocka-vedel-ze-jsou-veci-pro-ktere-stoji-za-trpet</a:t>
            </a:r>
            <a:endParaRPr lang="cs-CZ" dirty="0"/>
          </a:p>
          <a:p>
            <a:r>
              <a:rPr lang="cs-CZ" dirty="0">
                <a:hlinkClick r:id="rId7"/>
              </a:rPr>
              <a:t>https://cs.wikipedia.org/wiki/Eva_Kant%C5%AFrkov%C3%A1</a:t>
            </a:r>
            <a:endParaRPr lang="cs-CZ" dirty="0"/>
          </a:p>
          <a:p>
            <a:r>
              <a:rPr lang="cs-CZ" dirty="0">
                <a:hlinkClick r:id="rId8"/>
              </a:rPr>
              <a:t>https://cs.wikipedia.org/wiki/Jan_Pato%C4%8Dka</a:t>
            </a:r>
            <a:endParaRPr lang="cs-CZ" dirty="0"/>
          </a:p>
          <a:p>
            <a:r>
              <a:rPr lang="cs-CZ" dirty="0">
                <a:hlinkClick r:id="rId9"/>
              </a:rPr>
              <a:t>https://cs.wikipedia.org/wiki/Charta_77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8005968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AnalogousFromLightSeedRightStep">
      <a:dk1>
        <a:srgbClr val="000000"/>
      </a:dk1>
      <a:lt1>
        <a:srgbClr val="FFFFFF"/>
      </a:lt1>
      <a:dk2>
        <a:srgbClr val="1E362C"/>
      </a:dk2>
      <a:lt2>
        <a:srgbClr val="E2E3E8"/>
      </a:lt2>
      <a:accent1>
        <a:srgbClr val="AAA081"/>
      </a:accent1>
      <a:accent2>
        <a:srgbClr val="9CA671"/>
      </a:accent2>
      <a:accent3>
        <a:srgbClr val="90A87F"/>
      </a:accent3>
      <a:accent4>
        <a:srgbClr val="76AD77"/>
      </a:accent4>
      <a:accent5>
        <a:srgbClr val="81AB93"/>
      </a:accent5>
      <a:accent6>
        <a:srgbClr val="74AAA2"/>
      </a:accent6>
      <a:hlink>
        <a:srgbClr val="6979AE"/>
      </a:hlink>
      <a:folHlink>
        <a:srgbClr val="7F7F7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278</Words>
  <Application>Microsoft Office PowerPoint</Application>
  <PresentationFormat>Širokoúhlá obrazovka</PresentationFormat>
  <Paragraphs>52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Prezentace aplikace PowerPoint</vt:lpstr>
      <vt:lpstr>Co to je</vt:lpstr>
      <vt:lpstr>Záměr charty</vt:lpstr>
      <vt:lpstr>První kdo podepsali petici</vt:lpstr>
      <vt:lpstr>Mluvčí</vt:lpstr>
      <vt:lpstr>anticharta</vt:lpstr>
      <vt:lpstr>účinek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