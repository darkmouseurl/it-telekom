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sldIdLst>
    <p:sldId id="256" r:id="rId5"/>
    <p:sldId id="257" r:id="rId6"/>
    <p:sldId id="265" r:id="rId7"/>
    <p:sldId id="260" r:id="rId8"/>
    <p:sldId id="261" r:id="rId9"/>
    <p:sldId id="266" r:id="rId10"/>
    <p:sldId id="258" r:id="rId11"/>
    <p:sldId id="263" r:id="rId12"/>
    <p:sldId id="262" r:id="rId13"/>
    <p:sldId id="264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48ABFCA2-5ADF-48B7-B22A-A21932EFC8EE}">
          <p14:sldIdLst>
            <p14:sldId id="256"/>
            <p14:sldId id="257"/>
            <p14:sldId id="265"/>
            <p14:sldId id="260"/>
            <p14:sldId id="261"/>
            <p14:sldId id="266"/>
            <p14:sldId id="258"/>
            <p14:sldId id="263"/>
            <p14:sldId id="262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F9B926-768C-4A35-ABE5-75765D3B66C0}" v="147" dt="2022-10-17T20:08:16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4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BB1D2CBF-9EF8-7D41-AE6D-E7A3B814E5AF}"/>
    <pc:docChg chg="modSld">
      <pc:chgData name="Alex ŠTÍPA" userId="8648c5ad-f998-46ce-b9a7-526b23d96798" providerId="ADAL" clId="{BB1D2CBF-9EF8-7D41-AE6D-E7A3B814E5AF}" dt="2022-10-13T20:26:24.403" v="21" actId="14100"/>
      <pc:docMkLst>
        <pc:docMk/>
      </pc:docMkLst>
      <pc:sldChg chg="modSp">
        <pc:chgData name="Alex ŠTÍPA" userId="8648c5ad-f998-46ce-b9a7-526b23d96798" providerId="ADAL" clId="{BB1D2CBF-9EF8-7D41-AE6D-E7A3B814E5AF}" dt="2022-10-13T20:26:24.403" v="21" actId="14100"/>
        <pc:sldMkLst>
          <pc:docMk/>
          <pc:sldMk cId="3644424779" sldId="256"/>
        </pc:sldMkLst>
        <pc:spChg chg="mod">
          <ac:chgData name="Alex ŠTÍPA" userId="8648c5ad-f998-46ce-b9a7-526b23d96798" providerId="ADAL" clId="{BB1D2CBF-9EF8-7D41-AE6D-E7A3B814E5AF}" dt="2022-10-13T20:26:24.403" v="21" actId="14100"/>
          <ac:spMkLst>
            <pc:docMk/>
            <pc:sldMk cId="3644424779" sldId="256"/>
            <ac:spMk id="2" creationId="{F49D31C2-4A1B-1086-2CE8-4C95D35F362B}"/>
          </ac:spMkLst>
        </pc:spChg>
      </pc:sldChg>
    </pc:docChg>
  </pc:docChgLst>
  <pc:docChgLst>
    <pc:chgData name="Alex ŠTÍPA" userId="8648c5ad-f998-46ce-b9a7-526b23d96798" providerId="ADAL" clId="{66F9B926-768C-4A35-ABE5-75765D3B66C0}"/>
    <pc:docChg chg="undo custSel addSld delSld modSld sldOrd addSection delSection modSection">
      <pc:chgData name="Alex ŠTÍPA" userId="8648c5ad-f998-46ce-b9a7-526b23d96798" providerId="ADAL" clId="{66F9B926-768C-4A35-ABE5-75765D3B66C0}" dt="2022-10-17T20:08:39.609" v="1605" actId="1076"/>
      <pc:docMkLst>
        <pc:docMk/>
      </pc:docMkLst>
      <pc:sldChg chg="addSp delSp modSp mod">
        <pc:chgData name="Alex ŠTÍPA" userId="8648c5ad-f998-46ce-b9a7-526b23d96798" providerId="ADAL" clId="{66F9B926-768C-4A35-ABE5-75765D3B66C0}" dt="2022-10-11T16:24:59.928" v="316" actId="27636"/>
        <pc:sldMkLst>
          <pc:docMk/>
          <pc:sldMk cId="3644424779" sldId="256"/>
        </pc:sldMkLst>
        <pc:spChg chg="mod">
          <ac:chgData name="Alex ŠTÍPA" userId="8648c5ad-f998-46ce-b9a7-526b23d96798" providerId="ADAL" clId="{66F9B926-768C-4A35-ABE5-75765D3B66C0}" dt="2022-10-11T16:24:42.391" v="312" actId="26606"/>
          <ac:spMkLst>
            <pc:docMk/>
            <pc:sldMk cId="3644424779" sldId="256"/>
            <ac:spMk id="2" creationId="{F49D31C2-4A1B-1086-2CE8-4C95D35F362B}"/>
          </ac:spMkLst>
        </pc:spChg>
        <pc:spChg chg="mod">
          <ac:chgData name="Alex ŠTÍPA" userId="8648c5ad-f998-46ce-b9a7-526b23d96798" providerId="ADAL" clId="{66F9B926-768C-4A35-ABE5-75765D3B66C0}" dt="2022-10-11T16:24:59.928" v="316" actId="27636"/>
          <ac:spMkLst>
            <pc:docMk/>
            <pc:sldMk cId="3644424779" sldId="256"/>
            <ac:spMk id="3" creationId="{2647BE7A-7B69-B0F3-E3B3-808804AB6412}"/>
          </ac:spMkLst>
        </pc:spChg>
        <pc:spChg chg="del">
          <ac:chgData name="Alex ŠTÍPA" userId="8648c5ad-f998-46ce-b9a7-526b23d96798" providerId="ADAL" clId="{66F9B926-768C-4A35-ABE5-75765D3B66C0}" dt="2022-10-11T16:24:42.391" v="312" actId="26606"/>
          <ac:spMkLst>
            <pc:docMk/>
            <pc:sldMk cId="3644424779" sldId="256"/>
            <ac:spMk id="26" creationId="{733E0473-C315-42D8-A82A-A2FE49DC67DA}"/>
          </ac:spMkLst>
        </pc:spChg>
        <pc:spChg chg="del">
          <ac:chgData name="Alex ŠTÍPA" userId="8648c5ad-f998-46ce-b9a7-526b23d96798" providerId="ADAL" clId="{66F9B926-768C-4A35-ABE5-75765D3B66C0}" dt="2022-10-11T16:24:42.391" v="312" actId="26606"/>
          <ac:spMkLst>
            <pc:docMk/>
            <pc:sldMk cId="3644424779" sldId="256"/>
            <ac:spMk id="27" creationId="{AD23A251-68F2-43E5-812B-4BBAE1AF535E}"/>
          </ac:spMkLst>
        </pc:spChg>
        <pc:spChg chg="add">
          <ac:chgData name="Alex ŠTÍPA" userId="8648c5ad-f998-46ce-b9a7-526b23d96798" providerId="ADAL" clId="{66F9B926-768C-4A35-ABE5-75765D3B66C0}" dt="2022-10-11T16:24:42.391" v="312" actId="26606"/>
          <ac:spMkLst>
            <pc:docMk/>
            <pc:sldMk cId="3644424779" sldId="256"/>
            <ac:spMk id="1031" creationId="{E2748806-3AF5-4078-830A-C1F26BF1B200}"/>
          </ac:spMkLst>
        </pc:spChg>
        <pc:spChg chg="add">
          <ac:chgData name="Alex ŠTÍPA" userId="8648c5ad-f998-46ce-b9a7-526b23d96798" providerId="ADAL" clId="{66F9B926-768C-4A35-ABE5-75765D3B66C0}" dt="2022-10-11T16:24:42.391" v="312" actId="26606"/>
          <ac:spMkLst>
            <pc:docMk/>
            <pc:sldMk cId="3644424779" sldId="256"/>
            <ac:spMk id="1033" creationId="{34FBEBF3-C941-4CB0-8AC2-3B50E1371BBF}"/>
          </ac:spMkLst>
        </pc:spChg>
        <pc:grpChg chg="del">
          <ac:chgData name="Alex ŠTÍPA" userId="8648c5ad-f998-46ce-b9a7-526b23d96798" providerId="ADAL" clId="{66F9B926-768C-4A35-ABE5-75765D3B66C0}" dt="2022-10-11T16:24:42.391" v="312" actId="26606"/>
          <ac:grpSpMkLst>
            <pc:docMk/>
            <pc:sldMk cId="3644424779" sldId="256"/>
            <ac:grpSpMk id="29" creationId="{0350AF23-2606-421F-AB7B-23D9B48F3E9B}"/>
          </ac:grpSpMkLst>
        </pc:grpChg>
        <pc:grpChg chg="add">
          <ac:chgData name="Alex ŠTÍPA" userId="8648c5ad-f998-46ce-b9a7-526b23d96798" providerId="ADAL" clId="{66F9B926-768C-4A35-ABE5-75765D3B66C0}" dt="2022-10-11T16:24:42.391" v="312" actId="26606"/>
          <ac:grpSpMkLst>
            <pc:docMk/>
            <pc:sldMk cId="3644424779" sldId="256"/>
            <ac:grpSpMk id="1035" creationId="{AFCA5498-D019-48A6-B194-72CE1ABB0B3A}"/>
          </ac:grpSpMkLst>
        </pc:grpChg>
        <pc:picChg chg="del mod">
          <ac:chgData name="Alex ŠTÍPA" userId="8648c5ad-f998-46ce-b9a7-526b23d96798" providerId="ADAL" clId="{66F9B926-768C-4A35-ABE5-75765D3B66C0}" dt="2022-10-11T16:24:28.728" v="310" actId="478"/>
          <ac:picMkLst>
            <pc:docMk/>
            <pc:sldMk cId="3644424779" sldId="256"/>
            <ac:picMk id="28" creationId="{F215E8F7-5882-9DD6-54CF-935E7BC6C56D}"/>
          </ac:picMkLst>
        </pc:picChg>
        <pc:picChg chg="add mod ord">
          <ac:chgData name="Alex ŠTÍPA" userId="8648c5ad-f998-46ce-b9a7-526b23d96798" providerId="ADAL" clId="{66F9B926-768C-4A35-ABE5-75765D3B66C0}" dt="2022-10-11T16:24:42.391" v="312" actId="26606"/>
          <ac:picMkLst>
            <pc:docMk/>
            <pc:sldMk cId="3644424779" sldId="256"/>
            <ac:picMk id="1026" creationId="{C3C9CF82-E63C-4186-E268-BE3C0DC80BCD}"/>
          </ac:picMkLst>
        </pc:picChg>
      </pc:sldChg>
      <pc:sldChg chg="addSp modSp mod setBg">
        <pc:chgData name="Alex ŠTÍPA" userId="8648c5ad-f998-46ce-b9a7-526b23d96798" providerId="ADAL" clId="{66F9B926-768C-4A35-ABE5-75765D3B66C0}" dt="2022-10-11T16:30:17.795" v="402" actId="1076"/>
        <pc:sldMkLst>
          <pc:docMk/>
          <pc:sldMk cId="1812621544" sldId="257"/>
        </pc:sldMkLst>
        <pc:spChg chg="mod">
          <ac:chgData name="Alex ŠTÍPA" userId="8648c5ad-f998-46ce-b9a7-526b23d96798" providerId="ADAL" clId="{66F9B926-768C-4A35-ABE5-75765D3B66C0}" dt="2022-10-11T16:29:49.744" v="392" actId="1076"/>
          <ac:spMkLst>
            <pc:docMk/>
            <pc:sldMk cId="1812621544" sldId="257"/>
            <ac:spMk id="2" creationId="{19B90E3D-7A87-1F86-469C-CADD0161D653}"/>
          </ac:spMkLst>
        </pc:spChg>
        <pc:spChg chg="mod">
          <ac:chgData name="Alex ŠTÍPA" userId="8648c5ad-f998-46ce-b9a7-526b23d96798" providerId="ADAL" clId="{66F9B926-768C-4A35-ABE5-75765D3B66C0}" dt="2022-10-11T16:30:17.795" v="402" actId="1076"/>
          <ac:spMkLst>
            <pc:docMk/>
            <pc:sldMk cId="1812621544" sldId="257"/>
            <ac:spMk id="3" creationId="{8E6817E8-68EB-97FE-8776-4641227B7FCA}"/>
          </ac:spMkLst>
        </pc:spChg>
        <pc:spChg chg="add">
          <ac:chgData name="Alex ŠTÍPA" userId="8648c5ad-f998-46ce-b9a7-526b23d96798" providerId="ADAL" clId="{66F9B926-768C-4A35-ABE5-75765D3B66C0}" dt="2022-10-11T16:29:27.125" v="384" actId="26606"/>
          <ac:spMkLst>
            <pc:docMk/>
            <pc:sldMk cId="1812621544" sldId="257"/>
            <ac:spMk id="9" creationId="{458183E0-58D3-4C7F-97F0-2494113B38F6}"/>
          </ac:spMkLst>
        </pc:spChg>
        <pc:spChg chg="add">
          <ac:chgData name="Alex ŠTÍPA" userId="8648c5ad-f998-46ce-b9a7-526b23d96798" providerId="ADAL" clId="{66F9B926-768C-4A35-ABE5-75765D3B66C0}" dt="2022-10-11T16:29:27.125" v="384" actId="26606"/>
          <ac:spMkLst>
            <pc:docMk/>
            <pc:sldMk cId="1812621544" sldId="257"/>
            <ac:spMk id="11" creationId="{493D7220-9A41-4B89-8A05-2E854925EDA1}"/>
          </ac:spMkLst>
        </pc:spChg>
        <pc:grpChg chg="add">
          <ac:chgData name="Alex ŠTÍPA" userId="8648c5ad-f998-46ce-b9a7-526b23d96798" providerId="ADAL" clId="{66F9B926-768C-4A35-ABE5-75765D3B66C0}" dt="2022-10-11T16:29:27.125" v="384" actId="26606"/>
          <ac:grpSpMkLst>
            <pc:docMk/>
            <pc:sldMk cId="1812621544" sldId="257"/>
            <ac:grpSpMk id="13" creationId="{C1F869AB-954B-4EAB-8260-60AE9C8D0C6F}"/>
          </ac:grpSpMkLst>
        </pc:grpChg>
        <pc:picChg chg="add mod">
          <ac:chgData name="Alex ŠTÍPA" userId="8648c5ad-f998-46ce-b9a7-526b23d96798" providerId="ADAL" clId="{66F9B926-768C-4A35-ABE5-75765D3B66C0}" dt="2022-10-11T16:29:44.875" v="391" actId="1076"/>
          <ac:picMkLst>
            <pc:docMk/>
            <pc:sldMk cId="1812621544" sldId="257"/>
            <ac:picMk id="5" creationId="{0C0964C0-29D4-EC71-47AE-DA3E635188D3}"/>
          </ac:picMkLst>
        </pc:picChg>
      </pc:sldChg>
      <pc:sldChg chg="addSp delSp modSp mod">
        <pc:chgData name="Alex ŠTÍPA" userId="8648c5ad-f998-46ce-b9a7-526b23d96798" providerId="ADAL" clId="{66F9B926-768C-4A35-ABE5-75765D3B66C0}" dt="2022-10-17T19:12:23.948" v="1573" actId="1076"/>
        <pc:sldMkLst>
          <pc:docMk/>
          <pc:sldMk cId="966830082" sldId="258"/>
        </pc:sldMkLst>
        <pc:spChg chg="mod">
          <ac:chgData name="Alex ŠTÍPA" userId="8648c5ad-f998-46ce-b9a7-526b23d96798" providerId="ADAL" clId="{66F9B926-768C-4A35-ABE5-75765D3B66C0}" dt="2022-10-17T19:12:23.948" v="1573" actId="1076"/>
          <ac:spMkLst>
            <pc:docMk/>
            <pc:sldMk cId="966830082" sldId="258"/>
            <ac:spMk id="3" creationId="{B3A20673-E603-C432-EF41-22D552321DEE}"/>
          </ac:spMkLst>
        </pc:spChg>
        <pc:spChg chg="mod">
          <ac:chgData name="Alex ŠTÍPA" userId="8648c5ad-f998-46ce-b9a7-526b23d96798" providerId="ADAL" clId="{66F9B926-768C-4A35-ABE5-75765D3B66C0}" dt="2022-10-13T19:28:05.699" v="936" actId="1076"/>
          <ac:spMkLst>
            <pc:docMk/>
            <pc:sldMk cId="966830082" sldId="258"/>
            <ac:spMk id="4" creationId="{E66FF83E-CA02-B901-0D87-020F157B4439}"/>
          </ac:spMkLst>
        </pc:spChg>
        <pc:spChg chg="mod">
          <ac:chgData name="Alex ŠTÍPA" userId="8648c5ad-f998-46ce-b9a7-526b23d96798" providerId="ADAL" clId="{66F9B926-768C-4A35-ABE5-75765D3B66C0}" dt="2022-10-13T19:28:17.267" v="938" actId="1076"/>
          <ac:spMkLst>
            <pc:docMk/>
            <pc:sldMk cId="966830082" sldId="258"/>
            <ac:spMk id="5" creationId="{E834308C-A678-A369-0D81-C8192866BBD5}"/>
          </ac:spMkLst>
        </pc:spChg>
        <pc:picChg chg="del">
          <ac:chgData name="Alex ŠTÍPA" userId="8648c5ad-f998-46ce-b9a7-526b23d96798" providerId="ADAL" clId="{66F9B926-768C-4A35-ABE5-75765D3B66C0}" dt="2022-10-17T19:09:29.525" v="1527" actId="478"/>
          <ac:picMkLst>
            <pc:docMk/>
            <pc:sldMk cId="966830082" sldId="258"/>
            <ac:picMk id="1026" creationId="{EF780503-6AF9-1C3E-6537-AEC2AD5C8A5C}"/>
          </ac:picMkLst>
        </pc:picChg>
        <pc:picChg chg="add mod">
          <ac:chgData name="Alex ŠTÍPA" userId="8648c5ad-f998-46ce-b9a7-526b23d96798" providerId="ADAL" clId="{66F9B926-768C-4A35-ABE5-75765D3B66C0}" dt="2022-10-17T19:11:49.500" v="1534" actId="14100"/>
          <ac:picMkLst>
            <pc:docMk/>
            <pc:sldMk cId="966830082" sldId="258"/>
            <ac:picMk id="3074" creationId="{0F5A80EC-3C6D-ACD0-BE39-E8E4B9D1DC89}"/>
          </ac:picMkLst>
        </pc:picChg>
      </pc:sldChg>
      <pc:sldChg chg="modSp del mod">
        <pc:chgData name="Alex ŠTÍPA" userId="8648c5ad-f998-46ce-b9a7-526b23d96798" providerId="ADAL" clId="{66F9B926-768C-4A35-ABE5-75765D3B66C0}" dt="2022-10-12T19:57:51.158" v="811" actId="2696"/>
        <pc:sldMkLst>
          <pc:docMk/>
          <pc:sldMk cId="1778083410" sldId="259"/>
        </pc:sldMkLst>
        <pc:spChg chg="mod">
          <ac:chgData name="Alex ŠTÍPA" userId="8648c5ad-f998-46ce-b9a7-526b23d96798" providerId="ADAL" clId="{66F9B926-768C-4A35-ABE5-75765D3B66C0}" dt="2022-10-12T19:30:24.604" v="709"/>
          <ac:spMkLst>
            <pc:docMk/>
            <pc:sldMk cId="1778083410" sldId="259"/>
            <ac:spMk id="3" creationId="{6245D41B-E1F3-B747-76FF-51D8CCF5EBA3}"/>
          </ac:spMkLst>
        </pc:spChg>
      </pc:sldChg>
      <pc:sldChg chg="addSp delSp modSp new mod ord">
        <pc:chgData name="Alex ŠTÍPA" userId="8648c5ad-f998-46ce-b9a7-526b23d96798" providerId="ADAL" clId="{66F9B926-768C-4A35-ABE5-75765D3B66C0}" dt="2022-10-13T20:09:57.648" v="1150" actId="1076"/>
        <pc:sldMkLst>
          <pc:docMk/>
          <pc:sldMk cId="1424565060" sldId="260"/>
        </pc:sldMkLst>
        <pc:spChg chg="mod">
          <ac:chgData name="Alex ŠTÍPA" userId="8648c5ad-f998-46ce-b9a7-526b23d96798" providerId="ADAL" clId="{66F9B926-768C-4A35-ABE5-75765D3B66C0}" dt="2022-10-11T17:47:24.218" v="441" actId="20577"/>
          <ac:spMkLst>
            <pc:docMk/>
            <pc:sldMk cId="1424565060" sldId="260"/>
            <ac:spMk id="2" creationId="{BDEF80AD-EAA5-8F45-1F95-78FEF6165FAA}"/>
          </ac:spMkLst>
        </pc:spChg>
        <pc:spChg chg="mod">
          <ac:chgData name="Alex ŠTÍPA" userId="8648c5ad-f998-46ce-b9a7-526b23d96798" providerId="ADAL" clId="{66F9B926-768C-4A35-ABE5-75765D3B66C0}" dt="2022-10-13T20:09:48.395" v="1148" actId="1076"/>
          <ac:spMkLst>
            <pc:docMk/>
            <pc:sldMk cId="1424565060" sldId="260"/>
            <ac:spMk id="3" creationId="{36E58492-1713-A733-81BD-9169960078F9}"/>
          </ac:spMkLst>
        </pc:spChg>
        <pc:spChg chg="add mod">
          <ac:chgData name="Alex ŠTÍPA" userId="8648c5ad-f998-46ce-b9a7-526b23d96798" providerId="ADAL" clId="{66F9B926-768C-4A35-ABE5-75765D3B66C0}" dt="2022-10-13T20:09:51.551" v="1149" actId="1076"/>
          <ac:spMkLst>
            <pc:docMk/>
            <pc:sldMk cId="1424565060" sldId="260"/>
            <ac:spMk id="4" creationId="{C473DDFE-049A-59F5-6355-05E6E8D46B92}"/>
          </ac:spMkLst>
        </pc:spChg>
        <pc:spChg chg="add mod">
          <ac:chgData name="Alex ŠTÍPA" userId="8648c5ad-f998-46ce-b9a7-526b23d96798" providerId="ADAL" clId="{66F9B926-768C-4A35-ABE5-75765D3B66C0}" dt="2022-10-13T20:09:57.648" v="1150" actId="1076"/>
          <ac:spMkLst>
            <pc:docMk/>
            <pc:sldMk cId="1424565060" sldId="260"/>
            <ac:spMk id="5" creationId="{ECB8B83D-1B29-C11B-B727-F3BAC4A3B3BB}"/>
          </ac:spMkLst>
        </pc:spChg>
        <pc:picChg chg="add mod">
          <ac:chgData name="Alex ŠTÍPA" userId="8648c5ad-f998-46ce-b9a7-526b23d96798" providerId="ADAL" clId="{66F9B926-768C-4A35-ABE5-75765D3B66C0}" dt="2022-10-13T20:09:38.042" v="1146" actId="1076"/>
          <ac:picMkLst>
            <pc:docMk/>
            <pc:sldMk cId="1424565060" sldId="260"/>
            <ac:picMk id="6" creationId="{7FD63878-48F2-5247-49CE-D27387B9BDBC}"/>
          </ac:picMkLst>
        </pc:picChg>
        <pc:picChg chg="add mod">
          <ac:chgData name="Alex ŠTÍPA" userId="8648c5ad-f998-46ce-b9a7-526b23d96798" providerId="ADAL" clId="{66F9B926-768C-4A35-ABE5-75765D3B66C0}" dt="2022-10-13T20:09:12.825" v="1141" actId="1076"/>
          <ac:picMkLst>
            <pc:docMk/>
            <pc:sldMk cId="1424565060" sldId="260"/>
            <ac:picMk id="2050" creationId="{AEA1C391-AAD4-2416-F256-4B7ACECA3989}"/>
          </ac:picMkLst>
        </pc:picChg>
        <pc:picChg chg="add del mod">
          <ac:chgData name="Alex ŠTÍPA" userId="8648c5ad-f998-46ce-b9a7-526b23d96798" providerId="ADAL" clId="{66F9B926-768C-4A35-ABE5-75765D3B66C0}" dt="2022-10-13T19:56:46.497" v="1078" actId="478"/>
          <ac:picMkLst>
            <pc:docMk/>
            <pc:sldMk cId="1424565060" sldId="260"/>
            <ac:picMk id="2052" creationId="{100504BC-A999-F479-EC4C-C165C041F968}"/>
          </ac:picMkLst>
        </pc:picChg>
        <pc:picChg chg="add mod">
          <ac:chgData name="Alex ŠTÍPA" userId="8648c5ad-f998-46ce-b9a7-526b23d96798" providerId="ADAL" clId="{66F9B926-768C-4A35-ABE5-75765D3B66C0}" dt="2022-10-13T20:09:31.624" v="1144" actId="14100"/>
          <ac:picMkLst>
            <pc:docMk/>
            <pc:sldMk cId="1424565060" sldId="260"/>
            <ac:picMk id="2054" creationId="{F5256DAE-3DFE-AB63-D7B5-8DB9399ECCEE}"/>
          </ac:picMkLst>
        </pc:picChg>
      </pc:sldChg>
      <pc:sldChg chg="addSp delSp modSp new mod ord">
        <pc:chgData name="Alex ŠTÍPA" userId="8648c5ad-f998-46ce-b9a7-526b23d96798" providerId="ADAL" clId="{66F9B926-768C-4A35-ABE5-75765D3B66C0}" dt="2022-10-13T20:10:15.775" v="1153" actId="14100"/>
        <pc:sldMkLst>
          <pc:docMk/>
          <pc:sldMk cId="1742419397" sldId="261"/>
        </pc:sldMkLst>
        <pc:spChg chg="mod">
          <ac:chgData name="Alex ŠTÍPA" userId="8648c5ad-f998-46ce-b9a7-526b23d96798" providerId="ADAL" clId="{66F9B926-768C-4A35-ABE5-75765D3B66C0}" dt="2022-10-13T19:35:07.747" v="963" actId="20577"/>
          <ac:spMkLst>
            <pc:docMk/>
            <pc:sldMk cId="1742419397" sldId="261"/>
            <ac:spMk id="2" creationId="{094D7F11-CD77-A737-46EF-4AAB5E651DED}"/>
          </ac:spMkLst>
        </pc:spChg>
        <pc:spChg chg="del">
          <ac:chgData name="Alex ŠTÍPA" userId="8648c5ad-f998-46ce-b9a7-526b23d96798" providerId="ADAL" clId="{66F9B926-768C-4A35-ABE5-75765D3B66C0}" dt="2022-10-13T19:35:16.489" v="964"/>
          <ac:spMkLst>
            <pc:docMk/>
            <pc:sldMk cId="1742419397" sldId="261"/>
            <ac:spMk id="3" creationId="{59BD14F2-8048-786B-CB6F-61C466B27EF6}"/>
          </ac:spMkLst>
        </pc:spChg>
        <pc:spChg chg="add mod">
          <ac:chgData name="Alex ŠTÍPA" userId="8648c5ad-f998-46ce-b9a7-526b23d96798" providerId="ADAL" clId="{66F9B926-768C-4A35-ABE5-75765D3B66C0}" dt="2022-10-13T19:54:22.666" v="1039" actId="1076"/>
          <ac:spMkLst>
            <pc:docMk/>
            <pc:sldMk cId="1742419397" sldId="261"/>
            <ac:spMk id="4" creationId="{296A235B-98C3-7BE1-4147-986E8D31E05C}"/>
          </ac:spMkLst>
        </pc:spChg>
        <pc:spChg chg="add del mod">
          <ac:chgData name="Alex ŠTÍPA" userId="8648c5ad-f998-46ce-b9a7-526b23d96798" providerId="ADAL" clId="{66F9B926-768C-4A35-ABE5-75765D3B66C0}" dt="2022-10-13T19:57:42.767" v="1093"/>
          <ac:spMkLst>
            <pc:docMk/>
            <pc:sldMk cId="1742419397" sldId="261"/>
            <ac:spMk id="5" creationId="{849C733B-7681-3482-043F-36C4CA877CFF}"/>
          </ac:spMkLst>
        </pc:spChg>
        <pc:spChg chg="add mod">
          <ac:chgData name="Alex ŠTÍPA" userId="8648c5ad-f998-46ce-b9a7-526b23d96798" providerId="ADAL" clId="{66F9B926-768C-4A35-ABE5-75765D3B66C0}" dt="2022-10-13T19:57:50.876" v="1095" actId="1076"/>
          <ac:spMkLst>
            <pc:docMk/>
            <pc:sldMk cId="1742419397" sldId="261"/>
            <ac:spMk id="8" creationId="{95A66CB5-FB95-C503-9F4D-E24C53652867}"/>
          </ac:spMkLst>
        </pc:spChg>
        <pc:spChg chg="add mod">
          <ac:chgData name="Alex ŠTÍPA" userId="8648c5ad-f998-46ce-b9a7-526b23d96798" providerId="ADAL" clId="{66F9B926-768C-4A35-ABE5-75765D3B66C0}" dt="2022-10-13T20:04:11.968" v="1140" actId="1076"/>
          <ac:spMkLst>
            <pc:docMk/>
            <pc:sldMk cId="1742419397" sldId="261"/>
            <ac:spMk id="9" creationId="{CA69B1C1-A9C3-5558-2A4A-9201C9EF703F}"/>
          </ac:spMkLst>
        </pc:spChg>
        <pc:picChg chg="add mod">
          <ac:chgData name="Alex ŠTÍPA" userId="8648c5ad-f998-46ce-b9a7-526b23d96798" providerId="ADAL" clId="{66F9B926-768C-4A35-ABE5-75765D3B66C0}" dt="2022-10-13T20:10:12.103" v="1152" actId="14100"/>
          <ac:picMkLst>
            <pc:docMk/>
            <pc:sldMk cId="1742419397" sldId="261"/>
            <ac:picMk id="6" creationId="{1BCB75BE-11F3-38B3-514F-20B55B3A384B}"/>
          </ac:picMkLst>
        </pc:picChg>
        <pc:picChg chg="add mod">
          <ac:chgData name="Alex ŠTÍPA" userId="8648c5ad-f998-46ce-b9a7-526b23d96798" providerId="ADAL" clId="{66F9B926-768C-4A35-ABE5-75765D3B66C0}" dt="2022-10-13T19:54:18.322" v="1038" actId="1076"/>
          <ac:picMkLst>
            <pc:docMk/>
            <pc:sldMk cId="1742419397" sldId="261"/>
            <ac:picMk id="1026" creationId="{5E5D9B18-B524-1CA4-407F-ED11601E4585}"/>
          </ac:picMkLst>
        </pc:picChg>
        <pc:picChg chg="add del mod">
          <ac:chgData name="Alex ŠTÍPA" userId="8648c5ad-f998-46ce-b9a7-526b23d96798" providerId="ADAL" clId="{66F9B926-768C-4A35-ABE5-75765D3B66C0}" dt="2022-10-13T19:57:05.621" v="1083" actId="478"/>
          <ac:picMkLst>
            <pc:docMk/>
            <pc:sldMk cId="1742419397" sldId="261"/>
            <ac:picMk id="1028" creationId="{AB141DED-7D4C-98AF-588F-DDCBB8B8DA5B}"/>
          </ac:picMkLst>
        </pc:picChg>
        <pc:picChg chg="add mod">
          <ac:chgData name="Alex ŠTÍPA" userId="8648c5ad-f998-46ce-b9a7-526b23d96798" providerId="ADAL" clId="{66F9B926-768C-4A35-ABE5-75765D3B66C0}" dt="2022-10-13T20:10:15.775" v="1153" actId="14100"/>
          <ac:picMkLst>
            <pc:docMk/>
            <pc:sldMk cId="1742419397" sldId="261"/>
            <ac:picMk id="1030" creationId="{2A4EBA2E-1289-9AA3-41CA-AEFE95C677AD}"/>
          </ac:picMkLst>
        </pc:picChg>
      </pc:sldChg>
      <pc:sldChg chg="modSp new mod">
        <pc:chgData name="Alex ŠTÍPA" userId="8648c5ad-f998-46ce-b9a7-526b23d96798" providerId="ADAL" clId="{66F9B926-768C-4A35-ABE5-75765D3B66C0}" dt="2022-10-17T20:08:26.586" v="1600" actId="27636"/>
        <pc:sldMkLst>
          <pc:docMk/>
          <pc:sldMk cId="1255592151" sldId="262"/>
        </pc:sldMkLst>
        <pc:spChg chg="mod">
          <ac:chgData name="Alex ŠTÍPA" userId="8648c5ad-f998-46ce-b9a7-526b23d96798" providerId="ADAL" clId="{66F9B926-768C-4A35-ABE5-75765D3B66C0}" dt="2022-10-12T19:30:30.330" v="717" actId="20577"/>
          <ac:spMkLst>
            <pc:docMk/>
            <pc:sldMk cId="1255592151" sldId="262"/>
            <ac:spMk id="2" creationId="{4B445113-9727-E7DA-5319-E02CB9C3BAB1}"/>
          </ac:spMkLst>
        </pc:spChg>
        <pc:spChg chg="mod">
          <ac:chgData name="Alex ŠTÍPA" userId="8648c5ad-f998-46ce-b9a7-526b23d96798" providerId="ADAL" clId="{66F9B926-768C-4A35-ABE5-75765D3B66C0}" dt="2022-10-17T20:08:26.586" v="1600" actId="27636"/>
          <ac:spMkLst>
            <pc:docMk/>
            <pc:sldMk cId="1255592151" sldId="262"/>
            <ac:spMk id="3" creationId="{B3F2D296-EB9A-3563-23C1-04079D6A924E}"/>
          </ac:spMkLst>
        </pc:spChg>
      </pc:sldChg>
      <pc:sldChg chg="addSp delSp modSp new mod ord">
        <pc:chgData name="Alex ŠTÍPA" userId="8648c5ad-f998-46ce-b9a7-526b23d96798" providerId="ADAL" clId="{66F9B926-768C-4A35-ABE5-75765D3B66C0}" dt="2022-10-17T18:58:12.927" v="1481"/>
        <pc:sldMkLst>
          <pc:docMk/>
          <pc:sldMk cId="1078026884" sldId="263"/>
        </pc:sldMkLst>
        <pc:spChg chg="mod">
          <ac:chgData name="Alex ŠTÍPA" userId="8648c5ad-f998-46ce-b9a7-526b23d96798" providerId="ADAL" clId="{66F9B926-768C-4A35-ABE5-75765D3B66C0}" dt="2022-10-17T18:56:00.724" v="1407" actId="20577"/>
          <ac:spMkLst>
            <pc:docMk/>
            <pc:sldMk cId="1078026884" sldId="263"/>
            <ac:spMk id="2" creationId="{72ECCC92-A8BF-26E0-C332-7DCEA8F5EE54}"/>
          </ac:spMkLst>
        </pc:spChg>
        <pc:spChg chg="del">
          <ac:chgData name="Alex ŠTÍPA" userId="8648c5ad-f998-46ce-b9a7-526b23d96798" providerId="ADAL" clId="{66F9B926-768C-4A35-ABE5-75765D3B66C0}" dt="2022-10-12T20:06:40.774" v="837"/>
          <ac:spMkLst>
            <pc:docMk/>
            <pc:sldMk cId="1078026884" sldId="263"/>
            <ac:spMk id="3" creationId="{D7D7616E-AADF-72EB-3399-28F4B4BC173A}"/>
          </ac:spMkLst>
        </pc:spChg>
        <pc:spChg chg="add mod">
          <ac:chgData name="Alex ŠTÍPA" userId="8648c5ad-f998-46ce-b9a7-526b23d96798" providerId="ADAL" clId="{66F9B926-768C-4A35-ABE5-75765D3B66C0}" dt="2022-10-12T20:11:45.827" v="914" actId="1076"/>
          <ac:spMkLst>
            <pc:docMk/>
            <pc:sldMk cId="1078026884" sldId="263"/>
            <ac:spMk id="4" creationId="{A0E1E23F-6F19-4D5F-4618-6FA9BF320D68}"/>
          </ac:spMkLst>
        </pc:spChg>
        <pc:spChg chg="add mod">
          <ac:chgData name="Alex ŠTÍPA" userId="8648c5ad-f998-46ce-b9a7-526b23d96798" providerId="ADAL" clId="{66F9B926-768C-4A35-ABE5-75765D3B66C0}" dt="2022-10-12T20:12:02.662" v="919" actId="1076"/>
          <ac:spMkLst>
            <pc:docMk/>
            <pc:sldMk cId="1078026884" sldId="263"/>
            <ac:spMk id="5" creationId="{74198177-9EC3-9E60-B197-B60ED5FD9F79}"/>
          </ac:spMkLst>
        </pc:spChg>
        <pc:spChg chg="add mod">
          <ac:chgData name="Alex ŠTÍPA" userId="8648c5ad-f998-46ce-b9a7-526b23d96798" providerId="ADAL" clId="{66F9B926-768C-4A35-ABE5-75765D3B66C0}" dt="2022-10-12T20:11:06.557" v="908" actId="1076"/>
          <ac:spMkLst>
            <pc:docMk/>
            <pc:sldMk cId="1078026884" sldId="263"/>
            <ac:spMk id="6" creationId="{7FCBBDB0-ED52-C48A-5C7F-7177244BDC99}"/>
          </ac:spMkLst>
        </pc:spChg>
        <pc:picChg chg="add mod">
          <ac:chgData name="Alex ŠTÍPA" userId="8648c5ad-f998-46ce-b9a7-526b23d96798" providerId="ADAL" clId="{66F9B926-768C-4A35-ABE5-75765D3B66C0}" dt="2022-10-12T20:11:53.905" v="916" actId="14100"/>
          <ac:picMkLst>
            <pc:docMk/>
            <pc:sldMk cId="1078026884" sldId="263"/>
            <ac:picMk id="1026" creationId="{1E2144C6-76D4-707D-4B8E-148121F90EE9}"/>
          </ac:picMkLst>
        </pc:picChg>
        <pc:picChg chg="add mod">
          <ac:chgData name="Alex ŠTÍPA" userId="8648c5ad-f998-46ce-b9a7-526b23d96798" providerId="ADAL" clId="{66F9B926-768C-4A35-ABE5-75765D3B66C0}" dt="2022-10-12T20:12:00.367" v="918" actId="1076"/>
          <ac:picMkLst>
            <pc:docMk/>
            <pc:sldMk cId="1078026884" sldId="263"/>
            <ac:picMk id="1028" creationId="{D1DAFD18-5A0A-B1CC-07F4-B9EC6C7B6E3D}"/>
          </ac:picMkLst>
        </pc:picChg>
        <pc:picChg chg="add mod">
          <ac:chgData name="Alex ŠTÍPA" userId="8648c5ad-f998-46ce-b9a7-526b23d96798" providerId="ADAL" clId="{66F9B926-768C-4A35-ABE5-75765D3B66C0}" dt="2022-10-12T20:09:57.912" v="851" actId="1076"/>
          <ac:picMkLst>
            <pc:docMk/>
            <pc:sldMk cId="1078026884" sldId="263"/>
            <ac:picMk id="1030" creationId="{78419223-E1B0-6239-007C-D749954CD238}"/>
          </ac:picMkLst>
        </pc:picChg>
      </pc:sldChg>
      <pc:sldChg chg="modSp new mod">
        <pc:chgData name="Alex ŠTÍPA" userId="8648c5ad-f998-46ce-b9a7-526b23d96798" providerId="ADAL" clId="{66F9B926-768C-4A35-ABE5-75765D3B66C0}" dt="2022-10-17T20:08:39.609" v="1605" actId="1076"/>
        <pc:sldMkLst>
          <pc:docMk/>
          <pc:sldMk cId="3179647636" sldId="264"/>
        </pc:sldMkLst>
        <pc:spChg chg="mod">
          <ac:chgData name="Alex ŠTÍPA" userId="8648c5ad-f998-46ce-b9a7-526b23d96798" providerId="ADAL" clId="{66F9B926-768C-4A35-ABE5-75765D3B66C0}" dt="2022-10-13T20:13:53.987" v="1167" actId="20577"/>
          <ac:spMkLst>
            <pc:docMk/>
            <pc:sldMk cId="3179647636" sldId="264"/>
            <ac:spMk id="2" creationId="{3507DA36-EF1E-DB6C-2FD2-5436E88F61F9}"/>
          </ac:spMkLst>
        </pc:spChg>
        <pc:spChg chg="mod">
          <ac:chgData name="Alex ŠTÍPA" userId="8648c5ad-f998-46ce-b9a7-526b23d96798" providerId="ADAL" clId="{66F9B926-768C-4A35-ABE5-75765D3B66C0}" dt="2022-10-17T20:08:39.609" v="1605" actId="1076"/>
          <ac:spMkLst>
            <pc:docMk/>
            <pc:sldMk cId="3179647636" sldId="264"/>
            <ac:spMk id="3" creationId="{1F208D43-BAA4-B493-CB0D-0EC2CF11BD56}"/>
          </ac:spMkLst>
        </pc:spChg>
      </pc:sldChg>
      <pc:sldChg chg="addSp modSp new mod setBg">
        <pc:chgData name="Alex ŠTÍPA" userId="8648c5ad-f998-46ce-b9a7-526b23d96798" providerId="ADAL" clId="{66F9B926-768C-4A35-ABE5-75765D3B66C0}" dt="2022-10-17T19:14:39.966" v="1575" actId="20577"/>
        <pc:sldMkLst>
          <pc:docMk/>
          <pc:sldMk cId="1393963435" sldId="265"/>
        </pc:sldMkLst>
        <pc:spChg chg="mod">
          <ac:chgData name="Alex ŠTÍPA" userId="8648c5ad-f998-46ce-b9a7-526b23d96798" providerId="ADAL" clId="{66F9B926-768C-4A35-ABE5-75765D3B66C0}" dt="2022-10-17T19:14:39.966" v="1575" actId="20577"/>
          <ac:spMkLst>
            <pc:docMk/>
            <pc:sldMk cId="1393963435" sldId="265"/>
            <ac:spMk id="2" creationId="{FD1E35A3-BB7C-5BE3-4931-D9C051AE4A9D}"/>
          </ac:spMkLst>
        </pc:spChg>
        <pc:spChg chg="mod">
          <ac:chgData name="Alex ŠTÍPA" userId="8648c5ad-f998-46ce-b9a7-526b23d96798" providerId="ADAL" clId="{66F9B926-768C-4A35-ABE5-75765D3B66C0}" dt="2022-10-17T18:52:23.846" v="1386" actId="403"/>
          <ac:spMkLst>
            <pc:docMk/>
            <pc:sldMk cId="1393963435" sldId="265"/>
            <ac:spMk id="3" creationId="{DE015E42-70BC-CDAF-D37A-230BDC849DFD}"/>
          </ac:spMkLst>
        </pc:spChg>
        <pc:spChg chg="add">
          <ac:chgData name="Alex ŠTÍPA" userId="8648c5ad-f998-46ce-b9a7-526b23d96798" providerId="ADAL" clId="{66F9B926-768C-4A35-ABE5-75765D3B66C0}" dt="2022-10-17T18:46:27.485" v="1318" actId="26606"/>
          <ac:spMkLst>
            <pc:docMk/>
            <pc:sldMk cId="1393963435" sldId="265"/>
            <ac:spMk id="1031" creationId="{4D47D7CD-06A5-4710-B816-F23F56C52C16}"/>
          </ac:spMkLst>
        </pc:spChg>
        <pc:spChg chg="add">
          <ac:chgData name="Alex ŠTÍPA" userId="8648c5ad-f998-46ce-b9a7-526b23d96798" providerId="ADAL" clId="{66F9B926-768C-4A35-ABE5-75765D3B66C0}" dt="2022-10-17T18:46:27.485" v="1318" actId="26606"/>
          <ac:spMkLst>
            <pc:docMk/>
            <pc:sldMk cId="1393963435" sldId="265"/>
            <ac:spMk id="1033" creationId="{8058D9C7-7C50-4582-9A60-0569A536A190}"/>
          </ac:spMkLst>
        </pc:spChg>
        <pc:grpChg chg="add">
          <ac:chgData name="Alex ŠTÍPA" userId="8648c5ad-f998-46ce-b9a7-526b23d96798" providerId="ADAL" clId="{66F9B926-768C-4A35-ABE5-75765D3B66C0}" dt="2022-10-17T18:46:27.485" v="1318" actId="26606"/>
          <ac:grpSpMkLst>
            <pc:docMk/>
            <pc:sldMk cId="1393963435" sldId="265"/>
            <ac:grpSpMk id="1035" creationId="{A5A42520-81F5-4CA6-A7DA-9CD71733ABEC}"/>
          </ac:grpSpMkLst>
        </pc:grpChg>
        <pc:picChg chg="add mod">
          <ac:chgData name="Alex ŠTÍPA" userId="8648c5ad-f998-46ce-b9a7-526b23d96798" providerId="ADAL" clId="{66F9B926-768C-4A35-ABE5-75765D3B66C0}" dt="2022-10-17T18:46:27.485" v="1318" actId="26606"/>
          <ac:picMkLst>
            <pc:docMk/>
            <pc:sldMk cId="1393963435" sldId="265"/>
            <ac:picMk id="1026" creationId="{B27A274C-7CE4-BBA5-0C07-72D8A091F13D}"/>
          </ac:picMkLst>
        </pc:picChg>
      </pc:sldChg>
      <pc:sldChg chg="addSp delSp modSp new mod ord">
        <pc:chgData name="Alex ŠTÍPA" userId="8648c5ad-f998-46ce-b9a7-526b23d96798" providerId="ADAL" clId="{66F9B926-768C-4A35-ABE5-75765D3B66C0}" dt="2022-10-17T19:15:26.074" v="1585" actId="1076"/>
        <pc:sldMkLst>
          <pc:docMk/>
          <pc:sldMk cId="2714169477" sldId="266"/>
        </pc:sldMkLst>
        <pc:spChg chg="mod">
          <ac:chgData name="Alex ŠTÍPA" userId="8648c5ad-f998-46ce-b9a7-526b23d96798" providerId="ADAL" clId="{66F9B926-768C-4A35-ABE5-75765D3B66C0}" dt="2022-10-17T18:56:08.528" v="1419" actId="20577"/>
          <ac:spMkLst>
            <pc:docMk/>
            <pc:sldMk cId="2714169477" sldId="266"/>
            <ac:spMk id="2" creationId="{F10A56AE-D4A7-33FC-658B-B0A6310B28CE}"/>
          </ac:spMkLst>
        </pc:spChg>
        <pc:spChg chg="del">
          <ac:chgData name="Alex ŠTÍPA" userId="8648c5ad-f998-46ce-b9a7-526b23d96798" providerId="ADAL" clId="{66F9B926-768C-4A35-ABE5-75765D3B66C0}" dt="2022-10-17T18:56:49.560" v="1420"/>
          <ac:spMkLst>
            <pc:docMk/>
            <pc:sldMk cId="2714169477" sldId="266"/>
            <ac:spMk id="3" creationId="{AE2DE7C2-5EF9-3A6F-89A3-1D6F604C71E6}"/>
          </ac:spMkLst>
        </pc:spChg>
        <pc:spChg chg="add mod">
          <ac:chgData name="Alex ŠTÍPA" userId="8648c5ad-f998-46ce-b9a7-526b23d96798" providerId="ADAL" clId="{66F9B926-768C-4A35-ABE5-75765D3B66C0}" dt="2022-10-17T19:15:07.296" v="1580" actId="1076"/>
          <ac:spMkLst>
            <pc:docMk/>
            <pc:sldMk cId="2714169477" sldId="266"/>
            <ac:spMk id="4" creationId="{1598527B-42A5-9357-7908-1ECF5463DCE1}"/>
          </ac:spMkLst>
        </pc:spChg>
        <pc:spChg chg="add mod">
          <ac:chgData name="Alex ŠTÍPA" userId="8648c5ad-f998-46ce-b9a7-526b23d96798" providerId="ADAL" clId="{66F9B926-768C-4A35-ABE5-75765D3B66C0}" dt="2022-10-17T19:15:26.074" v="1585" actId="1076"/>
          <ac:spMkLst>
            <pc:docMk/>
            <pc:sldMk cId="2714169477" sldId="266"/>
            <ac:spMk id="5" creationId="{DCB3DC0C-B6EC-E4C8-0528-907A776E8B59}"/>
          </ac:spMkLst>
        </pc:spChg>
        <pc:spChg chg="add mod">
          <ac:chgData name="Alex ŠTÍPA" userId="8648c5ad-f998-46ce-b9a7-526b23d96798" providerId="ADAL" clId="{66F9B926-768C-4A35-ABE5-75765D3B66C0}" dt="2022-10-17T19:09:26.273" v="1526" actId="1076"/>
          <ac:spMkLst>
            <pc:docMk/>
            <pc:sldMk cId="2714169477" sldId="266"/>
            <ac:spMk id="8" creationId="{596F1218-1414-2540-01A0-F57084904A47}"/>
          </ac:spMkLst>
        </pc:spChg>
        <pc:picChg chg="add mod">
          <ac:chgData name="Alex ŠTÍPA" userId="8648c5ad-f998-46ce-b9a7-526b23d96798" providerId="ADAL" clId="{66F9B926-768C-4A35-ABE5-75765D3B66C0}" dt="2022-10-17T19:09:14.826" v="1522" actId="1076"/>
          <ac:picMkLst>
            <pc:docMk/>
            <pc:sldMk cId="2714169477" sldId="266"/>
            <ac:picMk id="6" creationId="{240108D9-911B-0ACA-923A-9ABBF68E7EAD}"/>
          </ac:picMkLst>
        </pc:picChg>
        <pc:picChg chg="add mod">
          <ac:chgData name="Alex ŠTÍPA" userId="8648c5ad-f998-46ce-b9a7-526b23d96798" providerId="ADAL" clId="{66F9B926-768C-4A35-ABE5-75765D3B66C0}" dt="2022-10-17T19:14:58.254" v="1578" actId="14100"/>
          <ac:picMkLst>
            <pc:docMk/>
            <pc:sldMk cId="2714169477" sldId="266"/>
            <ac:picMk id="2050" creationId="{0444A856-EF18-42B0-10B2-397AE71600E1}"/>
          </ac:picMkLst>
        </pc:picChg>
        <pc:picChg chg="add mod">
          <ac:chgData name="Alex ŠTÍPA" userId="8648c5ad-f998-46ce-b9a7-526b23d96798" providerId="ADAL" clId="{66F9B926-768C-4A35-ABE5-75765D3B66C0}" dt="2022-10-17T19:15:16.323" v="1583" actId="14100"/>
          <ac:picMkLst>
            <pc:docMk/>
            <pc:sldMk cId="2714169477" sldId="266"/>
            <ac:picMk id="2052" creationId="{216F6CFC-187B-2949-1B96-5455A1F4047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058BF-C5E1-4B52-BD8A-FD1AD5779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CD51F7-3CC3-4BB7-8291-B1789482E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0447-D6C7-43E1-AE88-1FB66CC9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A76A3-ADC8-4477-8FC1-B9DD55D84908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E17B6-E7FC-473A-8D5F-0E6B838EA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AF4E0-FDDB-42B9-862C-7BBC501C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154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6C8-0B4F-4655-A630-0B1D2540B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8B888-85E0-4D92-903E-C3FE7E870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8916-250B-4232-BD7D-571FDE79F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F49BE-398D-479A-8A7E-5DDBCA61EDCB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A8BFB4-647C-4104-B6D4-3346051C3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FA73F-2BE8-4370-AE90-58F4CE51F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652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1446D-9FAC-4157-A41A-51675C8B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1709738"/>
            <a:ext cx="10570210" cy="275889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F8D4A-8F93-4399-9546-64F28640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4589463"/>
            <a:ext cx="1057021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2FD4-BF96-470C-8247-20DFAE1CF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0C193-4974-4A1F-9C63-07D595E30D66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A2D-86C4-4467-BAB8-E9ED004D2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442A4D-D9B2-4C82-95E4-B86F9F5F3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91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6B3AA-8C30-429E-B934-AF122043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834E-691F-4728-88F5-A0C4696695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7240" y="1825625"/>
            <a:ext cx="52425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76374-880F-4E25-9F88-79E3C1AB1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9BD69-B509-4FCE-95A8-ED03FFC8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AA87F-28D4-4BF0-B81F-877A89DFD5AC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C287B-AE5B-490B-BF81-A50D7A2E8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C2246-303C-4A29-B6EA-E62CEDE6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24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2FE79-D5BE-43E8-B6C5-2675B7F4D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578148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9D3A07-BA51-4113-902E-830A887D2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01812"/>
            <a:ext cx="5220335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E320A9-E274-4E1B-B02D-9A3F510A1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240" y="2825749"/>
            <a:ext cx="5220335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E80D3A-C2A8-4B78-B7E2-4908C74B1C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01812"/>
            <a:ext cx="5183188" cy="935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5D84DD-9460-4B08-86AD-27486A9400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825749"/>
            <a:ext cx="5183188" cy="33639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B0B7F8-282C-4210-AE7D-F35228BAC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9F1F3-208B-49A3-B337-9C8ACEB3E0E1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E343A9-1067-4DCF-BACC-1F7F38050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84E471-04DB-4DB5-8CC5-16B3FC885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25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D87C0-272E-4E50-A316-78079B2B9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C1C9-1F69-432A-858C-D828B56E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6CA6-7293-4AA2-A0E0-A3BF4416E786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D9A1B-D149-4B97-B161-3D7C9ADB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B3722F-8C88-4E54-8CD6-12D31A05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01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E1B4EE-6DFC-45F3-9174-D913EB57C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D87016-7BCD-46FB-8EE3-AB6C369108B4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7F7DC-6DDE-4337-AD27-BBE7D5422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58EA9-3AC4-421E-B133-1FA7757DF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35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035BB-74CC-43E9-B71F-A5C05D17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190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ADC9E-7845-4DB1-87E3-6FBFB2B03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C925A8-2A07-43B9-B549-061F36849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92450"/>
            <a:ext cx="3994785" cy="277653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9037-0564-43A1-8156-1D9932E1F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47011-1FFC-4EF8-9A2E-53B4AD2ADBD4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F0D40-D0E1-49C9-BE47-91BBC50A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D129BD-890D-412E-9805-D29F4A0D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90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8ADB4-BA7B-42C2-9C6C-58B2763F8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457200"/>
            <a:ext cx="3994785" cy="2505456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519B58-B546-4E6B-BE00-3D1D64DA86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A0AB8-41A9-4548-9B83-3EFF79A00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7240" y="3081275"/>
            <a:ext cx="3994785" cy="277977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BB33ED-A015-4992-A004-33D41CFF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EB47-45B4-4EF5-A743-B4885DD2F060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29CDA-E85F-47D1-83B7-02A50DEBF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9625F-5352-4136-8AC4-F8899D00A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759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E922F-6166-4009-A42D-027DC7180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791CF-167D-446D-9F99-6976C986E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3CA422-E040-4DE1-9DA5-C8D37C116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62538-DC4D-4667-96E5-B3278DDF8B12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13B0B-60E7-494E-91CB-055BC2690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8C554-7C1B-4D8F-9B6B-04492656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326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66EF0-6ED8-49A7-BDAD-E20A143FAE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FCE9CD-90A9-44BA-B293-0662E077D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7DAE0-05C4-460B-B96D-BD183ED0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80548-5C08-4BE3-B63E-F2BB63B0B00C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B3CA93-55C9-4AA3-89A0-55490F745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FD820-FF26-4325-816F-310C30F80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47434-7036-48DB-A148-6B3D8EE75C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01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99B5B3C5-A599-465B-B2B9-866E8B2087CE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C84982-7DD0-43B1-8A2D-BFA4DF1B4E60}"/>
              </a:ext>
            </a:extLst>
          </p:cNvPr>
          <p:cNvSpPr/>
          <p:nvPr/>
        </p:nvSpPr>
        <p:spPr>
          <a:xfrm>
            <a:off x="-1" y="-1"/>
            <a:ext cx="12192001" cy="685800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grpSp>
        <p:nvGrpSpPr>
          <p:cNvPr id="8" name="Decorative Circles">
            <a:extLst>
              <a:ext uri="{FF2B5EF4-FFF2-40B4-BE49-F238E27FC236}">
                <a16:creationId xmlns:a16="http://schemas.microsoft.com/office/drawing/2014/main" id="{1D912E1C-3BBA-42F0-A3EE-FEC382E7230A}"/>
              </a:ext>
            </a:extLst>
          </p:cNvPr>
          <p:cNvGrpSpPr/>
          <p:nvPr/>
        </p:nvGrpSpPr>
        <p:grpSpPr>
          <a:xfrm>
            <a:off x="-1" y="-1"/>
            <a:ext cx="12192001" cy="6858001"/>
            <a:chOff x="-1" y="-1"/>
            <a:chExt cx="12192001" cy="6858001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FEEAC76-E273-46A8-8F8E-CE59860FE70D}"/>
                </a:ext>
              </a:extLst>
            </p:cNvPr>
            <p:cNvSpPr/>
            <p:nvPr/>
          </p:nvSpPr>
          <p:spPr>
            <a:xfrm>
              <a:off x="209098" y="727602"/>
              <a:ext cx="172408" cy="172408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6594A0E-9400-45AD-A431-1DA1C0B28966}"/>
                </a:ext>
              </a:extLst>
            </p:cNvPr>
            <p:cNvSpPr/>
            <p:nvPr/>
          </p:nvSpPr>
          <p:spPr>
            <a:xfrm>
              <a:off x="949947" y="136523"/>
              <a:ext cx="113367" cy="113367"/>
            </a:xfrm>
            <a:prstGeom prst="ellipse">
              <a:avLst/>
            </a:prstGeom>
            <a:solidFill>
              <a:srgbClr val="F39E29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0916D6C-D32F-42B6-8512-CD5EDB8F2B9B}"/>
                </a:ext>
              </a:extLst>
            </p:cNvPr>
            <p:cNvSpPr/>
            <p:nvPr/>
          </p:nvSpPr>
          <p:spPr>
            <a:xfrm>
              <a:off x="11575290" y="5859047"/>
              <a:ext cx="305780" cy="30578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834846D-59C6-40F4-907C-F1A4689B58F1}"/>
                </a:ext>
              </a:extLst>
            </p:cNvPr>
            <p:cNvSpPr/>
            <p:nvPr/>
          </p:nvSpPr>
          <p:spPr>
            <a:xfrm>
              <a:off x="95730" y="1133938"/>
              <a:ext cx="226735" cy="226735"/>
            </a:xfrm>
            <a:prstGeom prst="ellipse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257CDF-2E36-4DC7-8EE4-5CD8F8ECAC87}"/>
                </a:ext>
              </a:extLst>
            </p:cNvPr>
            <p:cNvSpPr/>
            <p:nvPr/>
          </p:nvSpPr>
          <p:spPr>
            <a:xfrm>
              <a:off x="11536830" y="554419"/>
              <a:ext cx="382700" cy="3827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5B26E0E-A115-4AE2-82D8-76BB93CC494F}"/>
                </a:ext>
              </a:extLst>
            </p:cNvPr>
            <p:cNvSpPr/>
            <p:nvPr/>
          </p:nvSpPr>
          <p:spPr>
            <a:xfrm>
              <a:off x="11224303" y="299808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55058DB-7E01-4E95-BF59-983AA1BBB38E}"/>
                </a:ext>
              </a:extLst>
            </p:cNvPr>
            <p:cNvSpPr/>
            <p:nvPr/>
          </p:nvSpPr>
          <p:spPr>
            <a:xfrm>
              <a:off x="11629630" y="5482355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A810F7E2-23F3-44D6-B09E-71E556536052}"/>
                </a:ext>
              </a:extLst>
            </p:cNvPr>
            <p:cNvSpPr/>
            <p:nvPr/>
          </p:nvSpPr>
          <p:spPr>
            <a:xfrm>
              <a:off x="10415328" y="612495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59D5C391-E1DB-410A-A78C-ED3BBDFF0758}"/>
                </a:ext>
              </a:extLst>
            </p:cNvPr>
            <p:cNvSpPr/>
            <p:nvPr/>
          </p:nvSpPr>
          <p:spPr>
            <a:xfrm>
              <a:off x="10120382" y="6255986"/>
              <a:ext cx="305780" cy="30578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7C4944D-9373-4283-BCAA-927A0316659E}"/>
                </a:ext>
              </a:extLst>
            </p:cNvPr>
            <p:cNvSpPr/>
            <p:nvPr/>
          </p:nvSpPr>
          <p:spPr>
            <a:xfrm>
              <a:off x="9934343" y="6204350"/>
              <a:ext cx="113367" cy="113367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804C521-2D9F-4CE4-AFD3-D4F1551FEC6A}"/>
                </a:ext>
              </a:extLst>
            </p:cNvPr>
            <p:cNvSpPr/>
            <p:nvPr/>
          </p:nvSpPr>
          <p:spPr>
            <a:xfrm>
              <a:off x="11642244" y="6317718"/>
              <a:ext cx="549756" cy="540282"/>
            </a:xfrm>
            <a:custGeom>
              <a:avLst/>
              <a:gdLst>
                <a:gd name="connsiteX0" fmla="*/ 1224540 w 2115556"/>
                <a:gd name="connsiteY0" fmla="*/ 0 h 2079100"/>
                <a:gd name="connsiteX1" fmla="*/ 2090421 w 2115556"/>
                <a:gd name="connsiteY1" fmla="*/ 358660 h 2079100"/>
                <a:gd name="connsiteX2" fmla="*/ 2115556 w 2115556"/>
                <a:gd name="connsiteY2" fmla="*/ 386315 h 2079100"/>
                <a:gd name="connsiteX3" fmla="*/ 2115556 w 2115556"/>
                <a:gd name="connsiteY3" fmla="*/ 2062765 h 2079100"/>
                <a:gd name="connsiteX4" fmla="*/ 2100710 w 2115556"/>
                <a:gd name="connsiteY4" fmla="*/ 2079100 h 2079100"/>
                <a:gd name="connsiteX5" fmla="*/ 348370 w 2115556"/>
                <a:gd name="connsiteY5" fmla="*/ 2079100 h 2079100"/>
                <a:gd name="connsiteX6" fmla="*/ 279625 w 2115556"/>
                <a:gd name="connsiteY6" fmla="*/ 2003461 h 2079100"/>
                <a:gd name="connsiteX7" fmla="*/ 0 w 2115556"/>
                <a:gd name="connsiteY7" fmla="*/ 1224540 h 2079100"/>
                <a:gd name="connsiteX8" fmla="*/ 1224540 w 2115556"/>
                <a:gd name="connsiteY8" fmla="*/ 0 h 207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5556" h="2079100">
                  <a:moveTo>
                    <a:pt x="1224540" y="0"/>
                  </a:moveTo>
                  <a:cubicBezTo>
                    <a:pt x="1562687" y="0"/>
                    <a:pt x="1868823" y="137062"/>
                    <a:pt x="2090421" y="358660"/>
                  </a:cubicBezTo>
                  <a:lnTo>
                    <a:pt x="2115556" y="386315"/>
                  </a:lnTo>
                  <a:lnTo>
                    <a:pt x="2115556" y="2062765"/>
                  </a:lnTo>
                  <a:lnTo>
                    <a:pt x="2100710" y="2079100"/>
                  </a:lnTo>
                  <a:lnTo>
                    <a:pt x="348370" y="2079100"/>
                  </a:lnTo>
                  <a:lnTo>
                    <a:pt x="279625" y="2003461"/>
                  </a:lnTo>
                  <a:cubicBezTo>
                    <a:pt x="104938" y="1791789"/>
                    <a:pt x="0" y="1520419"/>
                    <a:pt x="0" y="1224540"/>
                  </a:cubicBezTo>
                  <a:cubicBezTo>
                    <a:pt x="0" y="548245"/>
                    <a:pt x="548245" y="0"/>
                    <a:pt x="1224540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55AC65C-13EF-4182-AA3C-62BE165CC033}"/>
                </a:ext>
              </a:extLst>
            </p:cNvPr>
            <p:cNvSpPr/>
            <p:nvPr/>
          </p:nvSpPr>
          <p:spPr>
            <a:xfrm>
              <a:off x="-1" y="-1"/>
              <a:ext cx="510196" cy="538336"/>
            </a:xfrm>
            <a:custGeom>
              <a:avLst/>
              <a:gdLst>
                <a:gd name="connsiteX0" fmla="*/ 0 w 510196"/>
                <a:gd name="connsiteY0" fmla="*/ 0 h 538336"/>
                <a:gd name="connsiteX1" fmla="*/ 459276 w 510196"/>
                <a:gd name="connsiteY1" fmla="*/ 0 h 538336"/>
                <a:gd name="connsiteX2" fmla="*/ 482126 w 510196"/>
                <a:gd name="connsiteY2" fmla="*/ 42098 h 538336"/>
                <a:gd name="connsiteX3" fmla="*/ 510196 w 510196"/>
                <a:gd name="connsiteY3" fmla="*/ 181136 h 538336"/>
                <a:gd name="connsiteX4" fmla="*/ 152996 w 510196"/>
                <a:gd name="connsiteY4" fmla="*/ 538336 h 538336"/>
                <a:gd name="connsiteX5" fmla="*/ 13958 w 510196"/>
                <a:gd name="connsiteY5" fmla="*/ 510266 h 538336"/>
                <a:gd name="connsiteX6" fmla="*/ 0 w 510196"/>
                <a:gd name="connsiteY6" fmla="*/ 502690 h 538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0196" h="538336">
                  <a:moveTo>
                    <a:pt x="0" y="0"/>
                  </a:moveTo>
                  <a:lnTo>
                    <a:pt x="459276" y="0"/>
                  </a:lnTo>
                  <a:lnTo>
                    <a:pt x="482126" y="42098"/>
                  </a:lnTo>
                  <a:cubicBezTo>
                    <a:pt x="500201" y="84833"/>
                    <a:pt x="510196" y="131817"/>
                    <a:pt x="510196" y="181136"/>
                  </a:cubicBezTo>
                  <a:cubicBezTo>
                    <a:pt x="510196" y="378412"/>
                    <a:pt x="350272" y="538336"/>
                    <a:pt x="152996" y="538336"/>
                  </a:cubicBezTo>
                  <a:cubicBezTo>
                    <a:pt x="103677" y="538336"/>
                    <a:pt x="56693" y="528341"/>
                    <a:pt x="13958" y="510266"/>
                  </a:cubicBezTo>
                  <a:lnTo>
                    <a:pt x="0" y="50269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40DA8D2-FA4B-4282-9D44-48C27B63A153}"/>
                </a:ext>
              </a:extLst>
            </p:cNvPr>
            <p:cNvSpPr/>
            <p:nvPr/>
          </p:nvSpPr>
          <p:spPr>
            <a:xfrm>
              <a:off x="10528695" y="1"/>
              <a:ext cx="554074" cy="282754"/>
            </a:xfrm>
            <a:custGeom>
              <a:avLst/>
              <a:gdLst>
                <a:gd name="connsiteX0" fmla="*/ 644 w 309162"/>
                <a:gd name="connsiteY0" fmla="*/ 0 h 157771"/>
                <a:gd name="connsiteX1" fmla="*/ 308518 w 309162"/>
                <a:gd name="connsiteY1" fmla="*/ 0 h 157771"/>
                <a:gd name="connsiteX2" fmla="*/ 309162 w 309162"/>
                <a:gd name="connsiteY2" fmla="*/ 3190 h 157771"/>
                <a:gd name="connsiteX3" fmla="*/ 154581 w 309162"/>
                <a:gd name="connsiteY3" fmla="*/ 157771 h 157771"/>
                <a:gd name="connsiteX4" fmla="*/ 0 w 309162"/>
                <a:gd name="connsiteY4" fmla="*/ 3190 h 157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9162" h="157771">
                  <a:moveTo>
                    <a:pt x="644" y="0"/>
                  </a:moveTo>
                  <a:lnTo>
                    <a:pt x="308518" y="0"/>
                  </a:lnTo>
                  <a:lnTo>
                    <a:pt x="309162" y="3190"/>
                  </a:lnTo>
                  <a:cubicBezTo>
                    <a:pt x="309162" y="88563"/>
                    <a:pt x="239954" y="157771"/>
                    <a:pt x="154581" y="157771"/>
                  </a:cubicBezTo>
                  <a:cubicBezTo>
                    <a:pt x="69208" y="157771"/>
                    <a:pt x="0" y="88563"/>
                    <a:pt x="0" y="319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9065014-CB18-414D-A527-31ECC45700AB}"/>
                </a:ext>
              </a:extLst>
            </p:cNvPr>
            <p:cNvSpPr/>
            <p:nvPr/>
          </p:nvSpPr>
          <p:spPr>
            <a:xfrm>
              <a:off x="504140" y="1132500"/>
              <a:ext cx="84680" cy="846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F39E27A-56C1-4328-8DF1-2DA147C78483}"/>
                </a:ext>
              </a:extLst>
            </p:cNvPr>
            <p:cNvSpPr/>
            <p:nvPr/>
          </p:nvSpPr>
          <p:spPr>
            <a:xfrm>
              <a:off x="12051348" y="5576515"/>
              <a:ext cx="137603" cy="210490"/>
            </a:xfrm>
            <a:custGeom>
              <a:avLst/>
              <a:gdLst>
                <a:gd name="connsiteX0" fmla="*/ 105245 w 137603"/>
                <a:gd name="connsiteY0" fmla="*/ 0 h 210490"/>
                <a:gd name="connsiteX1" fmla="*/ 137603 w 137603"/>
                <a:gd name="connsiteY1" fmla="*/ 6533 h 210490"/>
                <a:gd name="connsiteX2" fmla="*/ 137603 w 137603"/>
                <a:gd name="connsiteY2" fmla="*/ 203957 h 210490"/>
                <a:gd name="connsiteX3" fmla="*/ 105245 w 137603"/>
                <a:gd name="connsiteY3" fmla="*/ 210490 h 210490"/>
                <a:gd name="connsiteX4" fmla="*/ 0 w 137603"/>
                <a:gd name="connsiteY4" fmla="*/ 105245 h 210490"/>
                <a:gd name="connsiteX5" fmla="*/ 105245 w 137603"/>
                <a:gd name="connsiteY5" fmla="*/ 0 h 21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7603" h="210490">
                  <a:moveTo>
                    <a:pt x="105245" y="0"/>
                  </a:moveTo>
                  <a:lnTo>
                    <a:pt x="137603" y="6533"/>
                  </a:lnTo>
                  <a:lnTo>
                    <a:pt x="137603" y="203957"/>
                  </a:lnTo>
                  <a:lnTo>
                    <a:pt x="105245" y="210490"/>
                  </a:lnTo>
                  <a:cubicBezTo>
                    <a:pt x="47120" y="210490"/>
                    <a:pt x="0" y="163370"/>
                    <a:pt x="0" y="105245"/>
                  </a:cubicBezTo>
                  <a:cubicBezTo>
                    <a:pt x="0" y="47120"/>
                    <a:pt x="47120" y="0"/>
                    <a:pt x="105245" y="0"/>
                  </a:cubicBez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900">
                <a:solidFill>
                  <a:schemeClr val="bg1"/>
                </a:solidFill>
                <a:latin typeface="+mj-lt"/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C5EC6-E331-4312-AC12-56D55F7D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D24A4-5FEC-4062-8995-EB21925B3B40}" type="datetime1">
              <a:rPr lang="en-US" smtClean="0"/>
              <a:t>8/28/2026</a:t>
            </a:fld>
            <a:endParaRPr lang="en-US" sz="10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FC5D-92B2-4B4D-8111-6EDEF28069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88268"/>
            <a:ext cx="41148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104D-C777-4A6E-8A43-F94028E5E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93150" y="6488268"/>
            <a:ext cx="2743200" cy="2332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747434-7036-48DB-A148-6B3D8EE75CDA}" type="slidenum">
              <a:rPr lang="en-US" smtClean="0"/>
              <a:pPr/>
              <a:t>‹#›</a:t>
            </a:fld>
            <a:endParaRPr lang="en-US"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3A74F-6169-4D30-A245-B46D738BE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365125"/>
            <a:ext cx="1065911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77E64-7A05-44DA-81FA-6EF4806BB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7240" y="1825625"/>
            <a:ext cx="1065911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2449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2">
            <a:lumMod val="75000"/>
            <a:lumOff val="25000"/>
          </a:schemeClr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gi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cs.wikipedia.org/wiki/S&#243;krat&#233;s" TargetMode="External"/><Relationship Id="rId3" Type="http://schemas.openxmlformats.org/officeDocument/2006/relationships/hyperlink" Target="https://epochalnisvet.cz/jak-staroveke-recko-zmenilo-svet/" TargetMode="External"/><Relationship Id="rId7" Type="http://schemas.openxmlformats.org/officeDocument/2006/relationships/hyperlink" Target="https://cs.wikipedia.org/wiki/R&#233;torika" TargetMode="External"/><Relationship Id="rId2" Type="http://schemas.openxmlformats.org/officeDocument/2006/relationships/hyperlink" Target="https://cs.wikipedia.org/wiki/&#344;ecko#V&#283;da_a_vzd&#283;l&#225;n&#237;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jepistruhla.estranky.cz/clanky/staroveke-recko-2/recka-veda.2.html" TargetMode="External"/><Relationship Id="rId11" Type="http://schemas.openxmlformats.org/officeDocument/2006/relationships/hyperlink" Target="https://www.abicko.cz/clanek/precti-si-zabava/25326/sladke-leto-za-zmrzlinou-do-praveku.html" TargetMode="External"/><Relationship Id="rId5" Type="http://schemas.openxmlformats.org/officeDocument/2006/relationships/hyperlink" Target="https://cs.wikipedia.org/w/index.php?title=Archim&#233;d&#367;v_&#353;roub&amp;action=history&amp;dir=prev" TargetMode="External"/><Relationship Id="rId10" Type="http://schemas.openxmlformats.org/officeDocument/2006/relationships/hyperlink" Target="https://cs.wikipedia.org/wiki/Aristotel&#233;s" TargetMode="External"/><Relationship Id="rId4" Type="http://schemas.openxmlformats.org/officeDocument/2006/relationships/hyperlink" Target="http://www.ceskykorzar.cz/recky-ohen-nejtajnejsi-zbran-stredoveku/" TargetMode="External"/><Relationship Id="rId9" Type="http://schemas.openxmlformats.org/officeDocument/2006/relationships/hyperlink" Target="https://cs.wikipedia.org/wiki/Pythagoras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cs.wikipedia.org/wiki/Hippokrat&#233;s" TargetMode="External"/><Relationship Id="rId3" Type="http://schemas.openxmlformats.org/officeDocument/2006/relationships/hyperlink" Target="https://cs.wikipedia.org/wiki/Thaletova_v&#283;ta" TargetMode="External"/><Relationship Id="rId7" Type="http://schemas.openxmlformats.org/officeDocument/2006/relationships/hyperlink" Target="https://cs.wikipedia.org/wiki/Atomismus" TargetMode="External"/><Relationship Id="rId12" Type="http://schemas.openxmlformats.org/officeDocument/2006/relationships/hyperlink" Target="https://cs.rayhaber.com/2020/10/kdo-je-arsimet/" TargetMode="External"/><Relationship Id="rId2" Type="http://schemas.openxmlformats.org/officeDocument/2006/relationships/hyperlink" Target="http://www.aristoteles.cz/matematika/pravouhly_trojuhelnik/pythagorova_veta/pythagorova-veta.ph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s.wikipedia.org/wiki/D&#233;mokritos#V&#253;roky" TargetMode="External"/><Relationship Id="rId11" Type="http://schemas.openxmlformats.org/officeDocument/2006/relationships/hyperlink" Target="https://www.zshorakhk.cz/files/tinymce/tvorba/ucitele/vynalezy.pdf" TargetMode="External"/><Relationship Id="rId5" Type="http://schemas.openxmlformats.org/officeDocument/2006/relationships/hyperlink" Target="https://ireferaty.cz/301/2328/Staroveke-Recko" TargetMode="External"/><Relationship Id="rId10" Type="http://schemas.openxmlformats.org/officeDocument/2006/relationships/hyperlink" Target="https://citace.dumy.cz/?do=obrazek-submit" TargetMode="External"/><Relationship Id="rId4" Type="http://schemas.openxmlformats.org/officeDocument/2006/relationships/hyperlink" Target="http://www.aristoteles.cz/matematika/pravouhly_trojuhelnik/euklidovy_vety/euklidova-veta.php" TargetMode="External"/><Relationship Id="rId9" Type="http://schemas.openxmlformats.org/officeDocument/2006/relationships/hyperlink" Target="https://cs.wikipedia.org/wiki/Thal&#233;s_z_Mil&#233;t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E2748806-3AF5-4078-830A-C1F26BF1B2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1026" name="Picture 2" descr="Dovolená po padesátce - Starověké Řecko - Řecko Peloponés | 1 Cestovní">
            <a:extLst>
              <a:ext uri="{FF2B5EF4-FFF2-40B4-BE49-F238E27FC236}">
                <a16:creationId xmlns:a16="http://schemas.microsoft.com/office/drawing/2014/main" id="{C3C9CF82-E63C-4186-E268-BE3C0DC80B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55" r="11505" b="-1"/>
          <a:stretch/>
        </p:blipFill>
        <p:spPr bwMode="auto">
          <a:xfrm>
            <a:off x="1524" y="10"/>
            <a:ext cx="1218895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34FBEBF3-C941-4CB0-8AC2-3B50E1371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9D31C2-4A1B-1086-2CE8-4C95D35F36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39" y="565846"/>
            <a:ext cx="8781761" cy="3610622"/>
          </a:xfrm>
        </p:spPr>
        <p:txBody>
          <a:bodyPr anchor="b">
            <a:normAutofit/>
          </a:bodyPr>
          <a:lstStyle/>
          <a:p>
            <a:pPr algn="l"/>
            <a:r>
              <a:rPr lang="cs-CZ" sz="6000">
                <a:solidFill>
                  <a:srgbClr val="FFFFFF"/>
                </a:solidFill>
              </a:rPr>
              <a:t>Věda a technika starověkého  Řecka</a:t>
            </a:r>
          </a:p>
        </p:txBody>
      </p: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AFCA5498-D019-48A6-B194-72CE1ABB0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64840" y="236341"/>
            <a:ext cx="2727160" cy="6621659"/>
            <a:chOff x="9464840" y="236341"/>
            <a:chExt cx="2727160" cy="6621659"/>
          </a:xfrm>
        </p:grpSpPr>
        <p:sp>
          <p:nvSpPr>
            <p:cNvPr id="1036" name="Oval 1035">
              <a:extLst>
                <a:ext uri="{FF2B5EF4-FFF2-40B4-BE49-F238E27FC236}">
                  <a16:creationId xmlns:a16="http://schemas.microsoft.com/office/drawing/2014/main" id="{880BC69F-2340-4181-ADB9-8B7434E969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464840" y="538627"/>
              <a:ext cx="94160" cy="94160"/>
            </a:xfrm>
            <a:prstGeom prst="ellipse">
              <a:avLst/>
            </a:prstGeom>
            <a:solidFill>
              <a:schemeClr val="tx2">
                <a:lumMod val="50000"/>
                <a:lumOff val="50000"/>
                <a:alpha val="2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B68D1539-E8D8-4BDB-9061-190D14341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48803" y="1206077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D90FDF91-C6ED-4CDD-9F62-ABFA2C8E8A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638B5A1D-024A-4BFB-A608-C68DA71B1E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509" y="516637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B38C5DD2-94C4-4737-B4BC-7A35DAB85B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3014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Oval 1040">
              <a:extLst>
                <a:ext uri="{FF2B5EF4-FFF2-40B4-BE49-F238E27FC236}">
                  <a16:creationId xmlns:a16="http://schemas.microsoft.com/office/drawing/2014/main" id="{8804505C-24F5-486F-8661-8249FBD4F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42793" y="5536248"/>
              <a:ext cx="800716" cy="800716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777CC497-AB04-4BBC-A3CB-6EFF95AF0B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83540" y="6169156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D149070-8E66-48F1-948D-17A50C52D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1702762" y="6299355"/>
              <a:ext cx="489238" cy="558645"/>
            </a:xfrm>
            <a:custGeom>
              <a:avLst/>
              <a:gdLst>
                <a:gd name="connsiteX0" fmla="*/ 1156116 w 3186814"/>
                <a:gd name="connsiteY0" fmla="*/ 0 h 3638922"/>
                <a:gd name="connsiteX1" fmla="*/ 3186814 w 3186814"/>
                <a:gd name="connsiteY1" fmla="*/ 2030698 h 3638922"/>
                <a:gd name="connsiteX2" fmla="*/ 2447829 w 3186814"/>
                <a:gd name="connsiteY2" fmla="*/ 3597684 h 3638922"/>
                <a:gd name="connsiteX3" fmla="*/ 2392682 w 3186814"/>
                <a:gd name="connsiteY3" fmla="*/ 3638922 h 3638922"/>
                <a:gd name="connsiteX4" fmla="*/ 0 w 3186814"/>
                <a:gd name="connsiteY4" fmla="*/ 3638922 h 3638922"/>
                <a:gd name="connsiteX5" fmla="*/ 0 w 3186814"/>
                <a:gd name="connsiteY5" fmla="*/ 362315 h 3638922"/>
                <a:gd name="connsiteX6" fmla="*/ 20733 w 3186814"/>
                <a:gd name="connsiteY6" fmla="*/ 346811 h 3638922"/>
                <a:gd name="connsiteX7" fmla="*/ 1156116 w 3186814"/>
                <a:gd name="connsiteY7" fmla="*/ 0 h 3638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86814" h="3638922">
                  <a:moveTo>
                    <a:pt x="1156116" y="0"/>
                  </a:moveTo>
                  <a:cubicBezTo>
                    <a:pt x="2277640" y="0"/>
                    <a:pt x="3186814" y="909174"/>
                    <a:pt x="3186814" y="2030698"/>
                  </a:cubicBezTo>
                  <a:cubicBezTo>
                    <a:pt x="3186814" y="2661556"/>
                    <a:pt x="2899146" y="3225224"/>
                    <a:pt x="2447829" y="3597684"/>
                  </a:cubicBezTo>
                  <a:lnTo>
                    <a:pt x="2392682" y="3638922"/>
                  </a:lnTo>
                  <a:lnTo>
                    <a:pt x="0" y="3638922"/>
                  </a:lnTo>
                  <a:lnTo>
                    <a:pt x="0" y="362315"/>
                  </a:lnTo>
                  <a:lnTo>
                    <a:pt x="20733" y="346811"/>
                  </a:lnTo>
                  <a:cubicBezTo>
                    <a:pt x="344835" y="127853"/>
                    <a:pt x="735545" y="0"/>
                    <a:pt x="115611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4424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8183E0-58D3-4C7F-97F0-2494113B3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D7220-9A41-4B89-8A05-2E854925E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 descr="Vzorce napsané na tabuli">
            <a:extLst>
              <a:ext uri="{FF2B5EF4-FFF2-40B4-BE49-F238E27FC236}">
                <a16:creationId xmlns:a16="http://schemas.microsoft.com/office/drawing/2014/main" id="{0C0964C0-29D4-EC71-47AE-DA3E635188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5710" r="-1" b="-1"/>
          <a:stretch/>
        </p:blipFill>
        <p:spPr>
          <a:xfrm>
            <a:off x="1525" y="10"/>
            <a:ext cx="12188951" cy="6857990"/>
          </a:xfrm>
          <a:prstGeom prst="rect">
            <a:avLst/>
          </a:prstGeom>
        </p:spPr>
      </p:pic>
      <p:grpSp>
        <p:nvGrpSpPr>
          <p:cNvPr id="13" name="decorative circles">
            <a:extLst>
              <a:ext uri="{FF2B5EF4-FFF2-40B4-BE49-F238E27FC236}">
                <a16:creationId xmlns:a16="http://schemas.microsoft.com/office/drawing/2014/main" id="{C1F869AB-954B-4EAB-8260-60AE9C8D0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14102" y="236341"/>
            <a:ext cx="11340713" cy="5464029"/>
            <a:chOff x="314102" y="236341"/>
            <a:chExt cx="11340713" cy="5464029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3902316-BF90-4159-9FD2-6CFCCF7BE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0448" y="3803994"/>
              <a:ext cx="94160" cy="94160"/>
            </a:xfrm>
            <a:prstGeom prst="ellipse">
              <a:avLst/>
            </a:prstGeom>
            <a:solidFill>
              <a:srgbClr val="E3BEBE">
                <a:alpha val="2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F0C14E3-3AAA-4BA8-93F9-856D029676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14102" y="3044381"/>
              <a:ext cx="226735" cy="226735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ECE6F6B-297F-4766-8C04-0960E9960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88374" y="386135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4AE5C63-0522-4DDF-B67A-5DA271883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65714" y="236341"/>
              <a:ext cx="113367" cy="113367"/>
            </a:xfrm>
            <a:prstGeom prst="ellipse">
              <a:avLst/>
            </a:prstGeom>
            <a:solidFill>
              <a:srgbClr val="F39E2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4F95A54-2855-4B65-82E3-A9D306CBA1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1535" y="2516671"/>
              <a:ext cx="466441" cy="46644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64F2D59-D40C-482F-BF5E-7FA622D97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30142" y="4588038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DCE1484-E528-418A-9339-8410B8F71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02046" y="5394590"/>
              <a:ext cx="305780" cy="30578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471ADFB-A135-4594-B9A3-481A91AE2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08287" y="5160714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9B90E3D-7A87-1F86-469C-CADD0161D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869" y="1275127"/>
            <a:ext cx="1328168" cy="662140"/>
          </a:xfrm>
        </p:spPr>
        <p:txBody>
          <a:bodyPr anchor="b">
            <a:normAutofit fontScale="90000"/>
          </a:bodyPr>
          <a:lstStyle/>
          <a:p>
            <a:r>
              <a:rPr lang="cs-CZ" sz="4400">
                <a:solidFill>
                  <a:srgbClr val="FFFFFF"/>
                </a:solidFill>
              </a:rPr>
              <a:t>Věda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7E8-68EB-97FE-8776-4641227B7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285" y="2400315"/>
            <a:ext cx="9977217" cy="3300055"/>
          </a:xfrm>
        </p:spPr>
        <p:txBody>
          <a:bodyPr anchor="t">
            <a:normAutofit/>
          </a:bodyPr>
          <a:lstStyle/>
          <a:p>
            <a:r>
              <a:rPr lang="cs-CZ" sz="2800">
                <a:solidFill>
                  <a:srgbClr val="FFFFFF"/>
                </a:solidFill>
              </a:rPr>
              <a:t>Od 2000 př. n. l. do 6 století n. l.</a:t>
            </a:r>
          </a:p>
          <a:p>
            <a:r>
              <a:rPr lang="cs-CZ" sz="2800">
                <a:solidFill>
                  <a:srgbClr val="FFFFFF"/>
                </a:solidFill>
              </a:rPr>
              <a:t>Základní věda byla filozofie (ze začátku hledali podstatu světa)</a:t>
            </a:r>
          </a:p>
          <a:p>
            <a:r>
              <a:rPr lang="cs-CZ" sz="2800">
                <a:solidFill>
                  <a:srgbClr val="FFFFFF"/>
                </a:solidFill>
              </a:rPr>
              <a:t>Potom se rozvíjely i jiné vědy (lékařství, matematika…) </a:t>
            </a:r>
          </a:p>
          <a:p>
            <a:r>
              <a:rPr lang="cs-CZ" sz="2800">
                <a:solidFill>
                  <a:srgbClr val="FFFFFF"/>
                </a:solidFill>
              </a:rPr>
              <a:t>Nejvíc vynálezů bylo vynalezeno hlavně v Aténách</a:t>
            </a:r>
          </a:p>
          <a:p>
            <a:r>
              <a:rPr lang="cs-CZ" sz="2800">
                <a:solidFill>
                  <a:srgbClr val="FFFFFF"/>
                </a:solidFill>
              </a:rPr>
              <a:t>Několik vynálezů jsou tak významné, že se ještě dnes používají</a:t>
            </a:r>
          </a:p>
        </p:txBody>
      </p:sp>
    </p:spTree>
    <p:extLst>
      <p:ext uri="{BB962C8B-B14F-4D97-AF65-F5344CB8AC3E}">
        <p14:creationId xmlns:p14="http://schemas.microsoft.com/office/powerpoint/2010/main" val="1812621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D47D7CD-06A5-4710-B816-F23F56C52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058D9C7-7C50-4582-9A60-0569A536A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lumMod val="9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D1E35A3-BB7C-5BE3-4931-D9C051AE4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239" y="0"/>
            <a:ext cx="4606280" cy="2493876"/>
          </a:xfrm>
        </p:spPr>
        <p:txBody>
          <a:bodyPr anchor="b">
            <a:normAutofit/>
          </a:bodyPr>
          <a:lstStyle/>
          <a:p>
            <a:r>
              <a:rPr lang="cs-CZ" sz="4800" dirty="0"/>
              <a:t>Vynálezy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E015E42-70BC-CDAF-D37A-230BDC849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3428999"/>
            <a:ext cx="4606280" cy="2747963"/>
          </a:xfrm>
        </p:spPr>
        <p:txBody>
          <a:bodyPr anchor="t">
            <a:normAutofit/>
          </a:bodyPr>
          <a:lstStyle/>
          <a:p>
            <a:r>
              <a:rPr lang="cs-CZ" dirty="0"/>
              <a:t>Zaměření na válečnou techniku</a:t>
            </a:r>
          </a:p>
          <a:p>
            <a:r>
              <a:rPr lang="cs-CZ" dirty="0"/>
              <a:t>Řekové spíše bádaly</a:t>
            </a:r>
          </a:p>
          <a:p>
            <a:r>
              <a:rPr lang="cs-CZ" dirty="0"/>
              <a:t>Archimédes vynalezl asi 40 vynálezů</a:t>
            </a:r>
          </a:p>
          <a:p>
            <a:r>
              <a:rPr lang="cs-CZ" dirty="0"/>
              <a:t>Vznik parního stroje</a:t>
            </a:r>
          </a:p>
          <a:p>
            <a:r>
              <a:rPr lang="cs-CZ" dirty="0"/>
              <a:t>Spousta vynálezů byla převzata Římany</a:t>
            </a:r>
          </a:p>
        </p:txBody>
      </p:sp>
      <p:grpSp>
        <p:nvGrpSpPr>
          <p:cNvPr id="1035" name="decorative circles">
            <a:extLst>
              <a:ext uri="{FF2B5EF4-FFF2-40B4-BE49-F238E27FC236}">
                <a16:creationId xmlns:a16="http://schemas.microsoft.com/office/drawing/2014/main" id="{A5A42520-81F5-4CA6-A7DA-9CD71733A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08627" y="289695"/>
            <a:ext cx="5228154" cy="5966848"/>
            <a:chOff x="6008627" y="289695"/>
            <a:chExt cx="5228154" cy="5966848"/>
          </a:xfrm>
        </p:grpSpPr>
        <p:sp>
          <p:nvSpPr>
            <p:cNvPr id="1036" name="Oval 1035">
              <a:extLst>
                <a:ext uri="{FF2B5EF4-FFF2-40B4-BE49-F238E27FC236}">
                  <a16:creationId xmlns:a16="http://schemas.microsoft.com/office/drawing/2014/main" id="{BDB3C8F9-1E7D-4D3B-A4BF-F97576E5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543605" y="289695"/>
              <a:ext cx="226735" cy="226735"/>
            </a:xfrm>
            <a:prstGeom prst="ellipse">
              <a:avLst/>
            </a:prstGeom>
            <a:solidFill>
              <a:srgbClr val="9744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EB80C13D-6AE8-4D68-9A8B-49B796A673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03560" y="387281"/>
              <a:ext cx="113367" cy="11336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8" name="Oval 1037">
              <a:extLst>
                <a:ext uri="{FF2B5EF4-FFF2-40B4-BE49-F238E27FC236}">
                  <a16:creationId xmlns:a16="http://schemas.microsoft.com/office/drawing/2014/main" id="{B340680A-5931-4B24-ADEB-7656B70FB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08627" y="5790102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  <a:alpha val="7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7EAF5EEB-C2D5-4D5F-8BF0-0E7961A22E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70340" y="674287"/>
              <a:ext cx="466441" cy="46644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5C482DF8-0B0D-4F32-8416-4969600508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08627" y="5407667"/>
              <a:ext cx="113367" cy="113367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26" name="Picture 2" descr="Kdo je Archimedes?">
            <a:extLst>
              <a:ext uri="{FF2B5EF4-FFF2-40B4-BE49-F238E27FC236}">
                <a16:creationId xmlns:a16="http://schemas.microsoft.com/office/drawing/2014/main" id="{B27A274C-7CE4-BBA5-0C07-72D8A091F1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8" r="21365" b="-1"/>
          <a:stretch/>
        </p:blipFill>
        <p:spPr bwMode="auto">
          <a:xfrm>
            <a:off x="6475068" y="1214970"/>
            <a:ext cx="5716932" cy="5643030"/>
          </a:xfrm>
          <a:custGeom>
            <a:avLst/>
            <a:gdLst/>
            <a:ahLst/>
            <a:cxnLst/>
            <a:rect l="l" t="t" r="r" b="b"/>
            <a:pathLst>
              <a:path w="5716932" h="5643030">
                <a:moveTo>
                  <a:pt x="3371933" y="0"/>
                </a:moveTo>
                <a:cubicBezTo>
                  <a:pt x="4186675" y="0"/>
                  <a:pt x="4933927" y="288960"/>
                  <a:pt x="5516795" y="769986"/>
                </a:cubicBezTo>
                <a:lnTo>
                  <a:pt x="5716932" y="951882"/>
                </a:lnTo>
                <a:lnTo>
                  <a:pt x="5716932" y="5643030"/>
                </a:lnTo>
                <a:lnTo>
                  <a:pt x="884716" y="5643030"/>
                </a:lnTo>
                <a:lnTo>
                  <a:pt x="769986" y="5516796"/>
                </a:lnTo>
                <a:cubicBezTo>
                  <a:pt x="288960" y="4933927"/>
                  <a:pt x="0" y="4186675"/>
                  <a:pt x="0" y="3371933"/>
                </a:cubicBezTo>
                <a:cubicBezTo>
                  <a:pt x="0" y="1509666"/>
                  <a:pt x="1509666" y="0"/>
                  <a:pt x="337193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3963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EF80AD-EAA5-8F45-1F95-78FEF6165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Významní filozofové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6E58492-1713-A733-81BD-916996007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949" y="5296757"/>
            <a:ext cx="2887689" cy="3604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err="1"/>
              <a:t>Sókratés</a:t>
            </a:r>
            <a:r>
              <a:rPr lang="cs-CZ"/>
              <a:t> (469-399 př. n. l.)</a:t>
            </a:r>
          </a:p>
        </p:txBody>
      </p:sp>
      <p:pic>
        <p:nvPicPr>
          <p:cNvPr id="2050" name="Picture 2" descr="Sokratova busta v Louvru">
            <a:extLst>
              <a:ext uri="{FF2B5EF4-FFF2-40B4-BE49-F238E27FC236}">
                <a16:creationId xmlns:a16="http://schemas.microsoft.com/office/drawing/2014/main" id="{AEA1C391-AAD4-2416-F256-4B7ACECA3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083" y="1838324"/>
            <a:ext cx="2383422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ristoteles (antická busta v Louvru)">
            <a:extLst>
              <a:ext uri="{FF2B5EF4-FFF2-40B4-BE49-F238E27FC236}">
                <a16:creationId xmlns:a16="http://schemas.microsoft.com/office/drawing/2014/main" id="{F5256DAE-3DFE-AB63-D7B5-8DB9399EC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6195" y="1838324"/>
            <a:ext cx="2383422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C473DDFE-049A-59F5-6355-05E6E8D46B92}"/>
              </a:ext>
            </a:extLst>
          </p:cNvPr>
          <p:cNvSpPr txBox="1"/>
          <p:nvPr/>
        </p:nvSpPr>
        <p:spPr>
          <a:xfrm>
            <a:off x="4652155" y="5296757"/>
            <a:ext cx="2887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err="1"/>
              <a:t>Hippokratés</a:t>
            </a:r>
            <a:r>
              <a:rPr lang="cs-CZ"/>
              <a:t> (460-370 </a:t>
            </a:r>
            <a:r>
              <a:rPr lang="cs-CZ" err="1"/>
              <a:t>př.n.l</a:t>
            </a:r>
            <a:r>
              <a:rPr lang="cs-CZ"/>
              <a:t>)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ECB8B83D-1B29-C11B-B727-F3BAC4A3B3BB}"/>
              </a:ext>
            </a:extLst>
          </p:cNvPr>
          <p:cNvSpPr txBox="1"/>
          <p:nvPr/>
        </p:nvSpPr>
        <p:spPr>
          <a:xfrm>
            <a:off x="8596895" y="5296757"/>
            <a:ext cx="282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err="1"/>
              <a:t>Aristotelés</a:t>
            </a:r>
            <a:r>
              <a:rPr lang="cs-CZ"/>
              <a:t> (384-322 př. n. l.)</a:t>
            </a:r>
          </a:p>
        </p:txBody>
      </p:sp>
      <p:pic>
        <p:nvPicPr>
          <p:cNvPr id="6" name="Picture 4" descr="Hippokratés od Petra Paula Rubense">
            <a:extLst>
              <a:ext uri="{FF2B5EF4-FFF2-40B4-BE49-F238E27FC236}">
                <a16:creationId xmlns:a16="http://schemas.microsoft.com/office/drawing/2014/main" id="{7FD63878-48F2-5247-49CE-D27387B9B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115" y="1838324"/>
            <a:ext cx="2287770" cy="319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565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94D7F11-CD77-A737-46EF-4AAB5E651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/>
              <a:t>Významní matematici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E5D9B18-B524-1CA4-407F-ED11601E45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4249" y="1830818"/>
            <a:ext cx="2857500" cy="361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296A235B-98C3-7BE1-4147-986E8D31E05C}"/>
              </a:ext>
            </a:extLst>
          </p:cNvPr>
          <p:cNvSpPr txBox="1"/>
          <p:nvPr/>
        </p:nvSpPr>
        <p:spPr>
          <a:xfrm>
            <a:off x="1001102" y="5590448"/>
            <a:ext cx="298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err="1"/>
              <a:t>Démokritos</a:t>
            </a:r>
            <a:r>
              <a:rPr lang="cs-CZ"/>
              <a:t> (460-370 př. n. l.)</a:t>
            </a:r>
          </a:p>
        </p:txBody>
      </p:sp>
      <p:pic>
        <p:nvPicPr>
          <p:cNvPr id="6" name="Picture 4" descr="Pythagoras (Busta v Kapitolském muzeu v Římě)">
            <a:extLst>
              <a:ext uri="{FF2B5EF4-FFF2-40B4-BE49-F238E27FC236}">
                <a16:creationId xmlns:a16="http://schemas.microsoft.com/office/drawing/2014/main" id="{1BCB75BE-11F3-38B3-514F-20B55B3A3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799" y="1830816"/>
            <a:ext cx="2709207" cy="3619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95A66CB5-FB95-C503-9F4D-E24C53652867}"/>
              </a:ext>
            </a:extLst>
          </p:cNvPr>
          <p:cNvSpPr txBox="1"/>
          <p:nvPr/>
        </p:nvSpPr>
        <p:spPr>
          <a:xfrm>
            <a:off x="4666678" y="5610822"/>
            <a:ext cx="2880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/>
              <a:t>Pythagoras (570-510 př. n. l.)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2A4EBA2E-1289-9AA3-41CA-AEFE95C67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227" y="1830818"/>
            <a:ext cx="2381249" cy="3619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CA69B1C1-A9C3-5558-2A4A-9201C9EF703F}"/>
              </a:ext>
            </a:extLst>
          </p:cNvPr>
          <p:cNvSpPr txBox="1"/>
          <p:nvPr/>
        </p:nvSpPr>
        <p:spPr>
          <a:xfrm>
            <a:off x="8352652" y="5610822"/>
            <a:ext cx="2519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err="1"/>
              <a:t>Thalés</a:t>
            </a:r>
            <a:r>
              <a:rPr lang="cs-CZ"/>
              <a:t> (624-548 př. n. l.)</a:t>
            </a:r>
          </a:p>
        </p:txBody>
      </p:sp>
    </p:spTree>
    <p:extLst>
      <p:ext uri="{BB962C8B-B14F-4D97-AF65-F5344CB8AC3E}">
        <p14:creationId xmlns:p14="http://schemas.microsoft.com/office/powerpoint/2010/main" val="1742419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0A56AE-D4A7-33FC-658B-B0A6310B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Věda-válečnictví </a:t>
            </a:r>
          </a:p>
        </p:txBody>
      </p:sp>
      <p:pic>
        <p:nvPicPr>
          <p:cNvPr id="2050" name="Picture 2" descr="Měla antika svoje „tajné zbraně“? – EnigmaPlus.cz">
            <a:extLst>
              <a:ext uri="{FF2B5EF4-FFF2-40B4-BE49-F238E27FC236}">
                <a16:creationId xmlns:a16="http://schemas.microsoft.com/office/drawing/2014/main" id="{0444A856-EF18-42B0-10B2-397AE71600E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68" y="2079594"/>
            <a:ext cx="4039606" cy="218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1598527B-42A5-9357-7908-1ECF5463DCE1}"/>
              </a:ext>
            </a:extLst>
          </p:cNvPr>
          <p:cNvSpPr txBox="1"/>
          <p:nvPr/>
        </p:nvSpPr>
        <p:spPr>
          <a:xfrm>
            <a:off x="1097060" y="5339140"/>
            <a:ext cx="2583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Systém zrcadel na obranu</a:t>
            </a:r>
          </a:p>
        </p:txBody>
      </p:sp>
      <p:pic>
        <p:nvPicPr>
          <p:cNvPr id="2052" name="Picture 4" descr="Antika Romerska Vapen Katapult-vektorgrafik och fler bilder på Slangbåge -  Slangbåge, Historia, 1800-talet - iStock">
            <a:extLst>
              <a:ext uri="{FF2B5EF4-FFF2-40B4-BE49-F238E27FC236}">
                <a16:creationId xmlns:a16="http://schemas.microsoft.com/office/drawing/2014/main" id="{216F6CFC-187B-2949-1B96-5455A1F404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6070" y="1890945"/>
            <a:ext cx="2652022" cy="2876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DCB3DC0C-B6EC-E4C8-0528-907A776E8B59}"/>
              </a:ext>
            </a:extLst>
          </p:cNvPr>
          <p:cNvSpPr txBox="1"/>
          <p:nvPr/>
        </p:nvSpPr>
        <p:spPr>
          <a:xfrm>
            <a:off x="5691554" y="5090565"/>
            <a:ext cx="80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/>
              <a:t>balista</a:t>
            </a:r>
          </a:p>
        </p:txBody>
      </p:sp>
      <p:pic>
        <p:nvPicPr>
          <p:cNvPr id="6" name="Picture 2" descr="Řecký oheň – nejtajnější zbraň středověku | Ceskykorzar.cz">
            <a:extLst>
              <a:ext uri="{FF2B5EF4-FFF2-40B4-BE49-F238E27FC236}">
                <a16:creationId xmlns:a16="http://schemas.microsoft.com/office/drawing/2014/main" id="{240108D9-911B-0ACA-923A-9ABBF68E7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409" y="2079594"/>
            <a:ext cx="3569941" cy="2189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596F1218-1414-2540-01A0-F57084904A47}"/>
              </a:ext>
            </a:extLst>
          </p:cNvPr>
          <p:cNvSpPr txBox="1"/>
          <p:nvPr/>
        </p:nvSpPr>
        <p:spPr>
          <a:xfrm>
            <a:off x="9536836" y="5339140"/>
            <a:ext cx="14182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cs-CZ" dirty="0">
                <a:solidFill>
                  <a:schemeClr val="tx1"/>
                </a:solidFill>
              </a:rPr>
              <a:t>Řecký</a:t>
            </a:r>
            <a:r>
              <a:rPr lang="cs-CZ" dirty="0"/>
              <a:t> </a:t>
            </a:r>
            <a:r>
              <a:rPr lang="cs-CZ" dirty="0">
                <a:solidFill>
                  <a:schemeClr val="tx1"/>
                </a:solidFill>
              </a:rPr>
              <a:t>oheň</a:t>
            </a:r>
          </a:p>
        </p:txBody>
      </p:sp>
    </p:spTree>
    <p:extLst>
      <p:ext uri="{BB962C8B-B14F-4D97-AF65-F5344CB8AC3E}">
        <p14:creationId xmlns:p14="http://schemas.microsoft.com/office/powerpoint/2010/main" val="2714169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06952-DD59-8CEE-88DA-99751FB2D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Věda-vynálezy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20673-E603-C432-EF41-22D552321D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3658" y="4951804"/>
            <a:ext cx="1471010" cy="431014"/>
          </a:xfrm>
        </p:spPr>
        <p:txBody>
          <a:bodyPr/>
          <a:lstStyle/>
          <a:p>
            <a:pPr marL="0" indent="0">
              <a:buNone/>
            </a:pPr>
            <a:r>
              <a:rPr lang="cs-CZ" dirty="0">
                <a:solidFill>
                  <a:schemeClr val="tx1"/>
                </a:solidFill>
              </a:rPr>
              <a:t>,,zmrzlina‘‘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FF83E-CA02-B901-0D87-020F157B4439}"/>
              </a:ext>
            </a:extLst>
          </p:cNvPr>
          <p:cNvSpPr txBox="1"/>
          <p:nvPr/>
        </p:nvSpPr>
        <p:spPr>
          <a:xfrm>
            <a:off x="5155072" y="4951804"/>
            <a:ext cx="1903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/>
              <a:t>Archimédův šroub</a:t>
            </a:r>
          </a:p>
        </p:txBody>
      </p:sp>
      <p:pic>
        <p:nvPicPr>
          <p:cNvPr id="1028" name="Picture 4" descr="Archimédův šroub – Wikipedie">
            <a:extLst>
              <a:ext uri="{FF2B5EF4-FFF2-40B4-BE49-F238E27FC236}">
                <a16:creationId xmlns:a16="http://schemas.microsoft.com/office/drawing/2014/main" id="{E6DFBBDF-80DB-45C0-517E-862C3F9D5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25" y="2314574"/>
            <a:ext cx="333375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11 řeckých vynálezů, které nadobro změnily svět | Arquidia Mantina">
            <a:extLst>
              <a:ext uri="{FF2B5EF4-FFF2-40B4-BE49-F238E27FC236}">
                <a16:creationId xmlns:a16="http://schemas.microsoft.com/office/drawing/2014/main" id="{9EA94692-40FC-F449-DC39-01F405970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870" y="1119444"/>
            <a:ext cx="2886943" cy="4619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34308C-A678-A369-0D81-C8192866BBD5}"/>
              </a:ext>
            </a:extLst>
          </p:cNvPr>
          <p:cNvSpPr txBox="1"/>
          <p:nvPr/>
        </p:nvSpPr>
        <p:spPr>
          <a:xfrm>
            <a:off x="9376955" y="5950403"/>
            <a:ext cx="716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/>
              <a:t>budík</a:t>
            </a:r>
          </a:p>
        </p:txBody>
      </p:sp>
      <p:pic>
        <p:nvPicPr>
          <p:cNvPr id="3074" name="Picture 2" descr="Historie zmrzliny: Marco Polo, vynález kornoutu a zmrzka ze soba | Ábíčko.cz">
            <a:extLst>
              <a:ext uri="{FF2B5EF4-FFF2-40B4-BE49-F238E27FC236}">
                <a16:creationId xmlns:a16="http://schemas.microsoft.com/office/drawing/2014/main" id="{0F5A80EC-3C6D-ACD0-BE39-E8E4B9D1DC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33" y="2314574"/>
            <a:ext cx="3343276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6830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ECCC92-A8BF-26E0-C332-7DCEA8F5E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Věda-matematika</a:t>
            </a:r>
          </a:p>
        </p:txBody>
      </p:sp>
      <p:pic>
        <p:nvPicPr>
          <p:cNvPr id="1026" name="Picture 2" descr="Pythagorova věta pro pravoúhlý trojúhelník">
            <a:extLst>
              <a:ext uri="{FF2B5EF4-FFF2-40B4-BE49-F238E27FC236}">
                <a16:creationId xmlns:a16="http://schemas.microsoft.com/office/drawing/2014/main" id="{1E2144C6-76D4-707D-4B8E-148121F90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" y="2098264"/>
            <a:ext cx="3282855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aletova věta – Wikipedie">
            <a:extLst>
              <a:ext uri="{FF2B5EF4-FFF2-40B4-BE49-F238E27FC236}">
                <a16:creationId xmlns:a16="http://schemas.microsoft.com/office/drawing/2014/main" id="{D1DAFD18-5A0A-B1CC-07F4-B9EC6C7B6E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8997" y="2098264"/>
            <a:ext cx="2691706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78419223-E1B0-6239-007C-D749954CD2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4906" y="2098264"/>
            <a:ext cx="4543425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ovéPole 3">
            <a:extLst>
              <a:ext uri="{FF2B5EF4-FFF2-40B4-BE49-F238E27FC236}">
                <a16:creationId xmlns:a16="http://schemas.microsoft.com/office/drawing/2014/main" id="{A0E1E23F-6F19-4D5F-4618-6FA9BF320D68}"/>
              </a:ext>
            </a:extLst>
          </p:cNvPr>
          <p:cNvSpPr txBox="1"/>
          <p:nvPr/>
        </p:nvSpPr>
        <p:spPr>
          <a:xfrm>
            <a:off x="1333981" y="5134740"/>
            <a:ext cx="1869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/>
              <a:t>Pythagorova věta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74198177-9EC3-9E60-B197-B60ED5FD9F79}"/>
              </a:ext>
            </a:extLst>
          </p:cNvPr>
          <p:cNvSpPr txBox="1"/>
          <p:nvPr/>
        </p:nvSpPr>
        <p:spPr>
          <a:xfrm>
            <a:off x="4961350" y="5136370"/>
            <a:ext cx="1566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/>
              <a:t>Thaletova věta</a:t>
            </a: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7FCBBDB0-ED52-C48A-5C7F-7177244BDC99}"/>
              </a:ext>
            </a:extLst>
          </p:cNvPr>
          <p:cNvSpPr txBox="1"/>
          <p:nvPr/>
        </p:nvSpPr>
        <p:spPr>
          <a:xfrm>
            <a:off x="8763118" y="5134740"/>
            <a:ext cx="1566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/>
              <a:t>Euklidova věta</a:t>
            </a:r>
          </a:p>
        </p:txBody>
      </p:sp>
    </p:spTree>
    <p:extLst>
      <p:ext uri="{BB962C8B-B14F-4D97-AF65-F5344CB8AC3E}">
        <p14:creationId xmlns:p14="http://schemas.microsoft.com/office/powerpoint/2010/main" val="1078026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445113-9727-E7DA-5319-E02CB9C3B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citace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3F2D296-EB9A-3563-23C1-04079D6A9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" y="1693986"/>
            <a:ext cx="10659110" cy="5079676"/>
          </a:xfrm>
        </p:spPr>
        <p:txBody>
          <a:bodyPr>
            <a:normAutofit fontScale="77500" lnSpcReduction="20000"/>
          </a:bodyPr>
          <a:lstStyle/>
          <a:p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-JKB-.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WIKIMEDIA FOUNDATION, INC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.. </a:t>
            </a:r>
            <a:r>
              <a:rPr lang="en-US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Řecko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23.11.2005 [cit. 12.10.2022].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Dostupný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pod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licencí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Creative Commons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na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WWW: </a:t>
            </a:r>
            <a:r>
              <a:rPr 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"/>
              </a:rPr>
              <a:t>https://cs.wikipedia.org/wiki/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"/>
              </a:rPr>
              <a:t>Řecko#Věda_a_vzdělání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 </a:t>
            </a:r>
            <a:r>
              <a:rPr lang="cs-CZ" dirty="0" err="1">
                <a:solidFill>
                  <a:srgbClr val="333333"/>
                </a:solidFill>
                <a:latin typeface="Arial" panose="020B0604020202020204" pitchFamily="34" charset="0"/>
              </a:rPr>
              <a:t>Wikimedia</a:t>
            </a:r>
            <a:r>
              <a:rPr lang="cs-CZ" dirty="0">
                <a:solidFill>
                  <a:srgbClr val="333333"/>
                </a:solidFill>
                <a:latin typeface="Arial" panose="020B0604020202020204" pitchFamily="34" charset="0"/>
              </a:rPr>
              <a:t> </a:t>
            </a:r>
            <a:r>
              <a:rPr lang="cs-CZ" dirty="0" err="1">
                <a:solidFill>
                  <a:srgbClr val="333333"/>
                </a:solidFill>
                <a:latin typeface="Arial" panose="020B0604020202020204" pitchFamily="34" charset="0"/>
              </a:rPr>
              <a:t>Foundation</a:t>
            </a:r>
            <a:r>
              <a:rPr lang="cs-CZ" dirty="0">
                <a:solidFill>
                  <a:srgbClr val="333333"/>
                </a:solidFill>
                <a:latin typeface="Arial" panose="020B0604020202020204" pitchFamily="34" charset="0"/>
              </a:rPr>
              <a:t>, INC.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Jak starověké Řecko změnilo svět?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12.10.2022].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3"/>
              </a:rPr>
              <a:t>https://epochalnisvet.cz/jak-staroveke-recko-zmenilo-svet/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ceskykorzar.cz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 Nejstarší zbraň středověku [online]. [cit. 12.10.2022].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4"/>
              </a:rPr>
              <a:t>http://www.ceskykorzar.cz/recky-ohen-nejtajnejsi-zbran-stredoveku/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EMAUSBOT. WIKIMEDIA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Wikipedie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23.7.2011 [cit. 12.10.2022].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https://cs.wikipedia.org/w/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index.php?title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=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Archimédův_šroub&amp;action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=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history&amp;dir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=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prev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ŘECKÁ VĚDA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27.5.2010 [cit. 12.10.2022].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6"/>
              </a:rPr>
              <a:t>https://dejepistruhla.estranky.cz/clanky/staroveke-recko-2/recka-veda.2.html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XPBOT. WIKIMEDIA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Rétorika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8.12.2009 [cit. 12.10.2022].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7"/>
              </a:rPr>
              <a:t>https://cs.wikipedia.org/wiki/Rétorika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THIJS!BOT. WIKIMEDIA FOUNDATION, INC.. </a:t>
            </a:r>
            <a:r>
              <a:rPr lang="cs-CZ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Sókratés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14.1.2007 [cit. 12.10.2022].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8"/>
              </a:rPr>
              <a:t>https://cs.wikipedia.org/wiki/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8"/>
              </a:rPr>
              <a:t>Sókratés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MAREK, Martin. WIKIMEDIA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Pythagoras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1.1.2007 [cit. 12.10.2022].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9"/>
              </a:rPr>
              <a:t>https://cs.wikipedia.org/wiki/Pythagoras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QASINKA. WIKIMEDIA FOUNDATION, INC.. </a:t>
            </a:r>
            <a:r>
              <a:rPr lang="cs-CZ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Aristotelés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15.12.2005 [cit. 12.10.2022].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0"/>
              </a:rPr>
              <a:t>https://cs.wikipedia.org/wiki/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0"/>
              </a:rPr>
              <a:t>Aristotelés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ELIÁŠOVÁ, Dominika. CZECH NEWS CENTER A.S..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Sladké léto: Za zmrzlinou do "pravěku"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28.6.2021 [cit. 17.10.2022].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1"/>
              </a:rPr>
              <a:t>https://www.abicko.cz/clanek/precti-si-zabava/25326/sladke-leto-za-zmrzlinou-do-praveku.html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592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07DA36-EF1E-DB6C-2FD2-5436E88F6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citace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208D43-BAA4-B493-CB0D-0EC2CF11B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45" y="1585927"/>
            <a:ext cx="10659110" cy="5098959"/>
          </a:xfrm>
        </p:spPr>
        <p:txBody>
          <a:bodyPr>
            <a:normAutofit fontScale="70000" lnSpcReduction="20000"/>
          </a:bodyPr>
          <a:lstStyle/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Pythagorova věta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12.10.2022].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2"/>
              </a:rPr>
              <a:t>http://www.aristoteles.cz/matematika/pravouhly_trojuhelnik/pythagorova_veta/pythagorova-veta.php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89.77.69.235. WIKIMEDIA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Thaletova věta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20.7.2010 [cit. 12.10.2022].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3"/>
              </a:rPr>
              <a:t>https://cs.wikipedia.org/wiki/Thaletova_věta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Euklidova věta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12.10.2022].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4"/>
              </a:rPr>
              <a:t>http://www.aristoteles.cz/matematika/pravouhly_trojuhelnik/euklidovy_vety/euklidova-veta.php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Starověké Řecko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22.4.2006 [cit. 12.10.2022].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5"/>
              </a:rPr>
              <a:t>https://ireferaty.cz/301/2328/Staroveke-Recko#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SIEBOT. WIKIMEDIA FOUNDATION, INC.. </a:t>
            </a:r>
            <a:r>
              <a:rPr lang="cs-CZ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Démokritos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8.1.2008 [cit. 13.10.2022].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6"/>
              </a:rPr>
              <a:t>https://cs.wikipedia.org/wiki/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6"/>
              </a:rPr>
              <a:t>Démokritos#Výroky</a:t>
            </a:r>
            <a:endParaRPr lang="cs-CZ" dirty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KOPÁČ, Petr. WIKIMEDIA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Atomismus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23.10.2006 [cit. 13.10.2022].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7"/>
              </a:rPr>
              <a:t>https://cs.wikipedia.org/wiki/Atomismus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JAKUBLANDA. WIKIMEDIA FOUNDATION, INC.. </a:t>
            </a:r>
            <a:r>
              <a:rPr lang="cs-CZ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Hippokratés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29.1.2006 [cit. 13.10.2022].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8"/>
              </a:rPr>
              <a:t>https://cs.wikipedia.org/wiki/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8"/>
              </a:rPr>
              <a:t>Hippokratés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PASTORIUS. WIKIMEDIA FOUNDATION, INC.. </a:t>
            </a:r>
            <a:r>
              <a:rPr lang="cs-CZ" b="0" i="1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Thalés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Thalés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z Miletu [online]. 10.8.2005 [cit. 13.10.2022].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9"/>
              </a:rPr>
              <a:t>https://cs.wikipedia.org/wiki/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9"/>
              </a:rPr>
              <a:t>Thalés_z_Milétu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SYMMACHUS. WIKIMEDIA FOUNDATION, INC..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Sedm mudrců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27.10.2007 [cit. 13.10.2022]. Dostupný pod licencí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Creative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cs-CZ" b="0" i="0" dirty="0" err="1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Commons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na WWW: https://cs.wikipedia.org/wiki/Sedm_mudrců</a:t>
            </a: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 ITVESKOLE.CZ.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Citace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[cit. 13.10.2022].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0"/>
              </a:rPr>
              <a:t>https://citace.dumy.cz/?do=obrazek-submit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SIEGE WEAPONS, Roman. THE INDEPENDENT BLOGS.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Od Archimédova šroubu po zmrzlinu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 starověké objevy: věhlasné, neznámé, zapomenuté [online]. červen 2011 [cit. 17.10.2022].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1"/>
              </a:rPr>
              <a:t>https://www.zshorakhk.cz/files/tinymce/tvorba/ucitele/vynalezy.pdf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NEZNÁMÝ. </a:t>
            </a:r>
            <a:r>
              <a:rPr lang="cs-CZ" b="0" i="1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Kdo je Archimedes?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 [online]. 20.10.2020 [cit. 17.10.2022]. Dostupný na WWW: </a:t>
            </a:r>
            <a:r>
              <a:rPr lang="cs-CZ" b="0" i="0" dirty="0">
                <a:solidFill>
                  <a:srgbClr val="333333"/>
                </a:solidFill>
                <a:effectLst/>
                <a:latin typeface="Arial" panose="020B0604020202020204" pitchFamily="34" charset="0"/>
                <a:hlinkClick r:id="rId12"/>
              </a:rPr>
              <a:t>https://cs.rayhaber.com/2020/10/kdo-je-arsimet/</a:t>
            </a:r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cs-CZ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79647636"/>
      </p:ext>
    </p:extLst>
  </p:cSld>
  <p:clrMapOvr>
    <a:masterClrMapping/>
  </p:clrMapOvr>
</p:sld>
</file>

<file path=ppt/theme/theme1.xml><?xml version="1.0" encoding="utf-8"?>
<a:theme xmlns:a="http://schemas.openxmlformats.org/drawingml/2006/main" name="ConfettiVTI">
  <a:themeElements>
    <a:clrScheme name="AnalogousFromLightSeedRightStep">
      <a:dk1>
        <a:srgbClr val="000000"/>
      </a:dk1>
      <a:lt1>
        <a:srgbClr val="FFFFFF"/>
      </a:lt1>
      <a:dk2>
        <a:srgbClr val="243141"/>
      </a:dk2>
      <a:lt2>
        <a:srgbClr val="E2E3E8"/>
      </a:lt2>
      <a:accent1>
        <a:srgbClr val="AAA180"/>
      </a:accent1>
      <a:accent2>
        <a:srgbClr val="9CA671"/>
      </a:accent2>
      <a:accent3>
        <a:srgbClr val="8FA880"/>
      </a:accent3>
      <a:accent4>
        <a:srgbClr val="76AD78"/>
      </a:accent4>
      <a:accent5>
        <a:srgbClr val="81AB94"/>
      </a:accent5>
      <a:accent6>
        <a:srgbClr val="74AAA2"/>
      </a:accent6>
      <a:hlink>
        <a:srgbClr val="6978AE"/>
      </a:hlink>
      <a:folHlink>
        <a:srgbClr val="7F7F7F"/>
      </a:folHlink>
    </a:clrScheme>
    <a:fontScheme name="Custom 10">
      <a:majorFont>
        <a:latin typeface="Gill Sans Nov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nfettiVTI" id="{B5618F7C-B4F0-4D28-83B4-440D0519681F}" vid="{5F84EFDF-E14E-48C6-955C-990A32085A7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5" ma:contentTypeDescription="Vytvoří nový dokument" ma:contentTypeScope="" ma:versionID="f4d0ccbd027ceecc97059603295eda6f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59657aaa4aaacd5580b17297c2503bae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AFEA61C-E2CE-4079-951F-C8A463816A91}">
  <ds:schemaRefs>
    <ds:schemaRef ds:uri="5f220dc0-27a6-4f79-8ef7-91d1414d0c8a"/>
    <ds:schemaRef ds:uri="8716bbdc-2b9e-4b6c-9f5d-91220b825f80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42F68D-F836-4C60-981E-C11261D4F35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8277C6-C169-49EA-AAC8-A60F56DB8280}">
  <ds:schemaRefs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purl.org/dc/dcmitype/"/>
    <ds:schemaRef ds:uri="8716bbdc-2b9e-4b6c-9f5d-91220b825f80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5f220dc0-27a6-4f79-8ef7-91d1414d0c8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1007</Words>
  <Application>Microsoft Office PowerPoint</Application>
  <PresentationFormat>Širokoúhlá obrazovka</PresentationFormat>
  <Paragraphs>58</Paragraphs>
  <Slides>10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5" baseType="lpstr">
      <vt:lpstr>Arial</vt:lpstr>
      <vt:lpstr>AvenirNext LT Pro Medium</vt:lpstr>
      <vt:lpstr>Calibri</vt:lpstr>
      <vt:lpstr>Gill Sans Nova</vt:lpstr>
      <vt:lpstr>ConfettiVTI</vt:lpstr>
      <vt:lpstr>Věda a technika starověkého  Řecka</vt:lpstr>
      <vt:lpstr>Věda</vt:lpstr>
      <vt:lpstr>Vynálezy</vt:lpstr>
      <vt:lpstr>Významní filozofové</vt:lpstr>
      <vt:lpstr>Významní matematici</vt:lpstr>
      <vt:lpstr>Věda-válečnictví </vt:lpstr>
      <vt:lpstr>Věda-vynálezy</vt:lpstr>
      <vt:lpstr>Věda-matematika</vt:lpstr>
      <vt:lpstr>citace</vt:lpstr>
      <vt:lpstr>citace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