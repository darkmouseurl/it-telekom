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61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98C842-9FF9-4D09-87EB-1852F419E272}" v="21" dt="2023-03-27T20:30:49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8898C842-9FF9-4D09-87EB-1852F419E272}"/>
    <pc:docChg chg="undo custSel addSld modSld">
      <pc:chgData name="Alex ŠTÍPA" userId="8648c5ad-f998-46ce-b9a7-526b23d96798" providerId="ADAL" clId="{8898C842-9FF9-4D09-87EB-1852F419E272}" dt="2023-03-27T20:30:49.152" v="2107" actId="20577"/>
      <pc:docMkLst>
        <pc:docMk/>
      </pc:docMkLst>
      <pc:sldChg chg="modSp mod">
        <pc:chgData name="Alex ŠTÍPA" userId="8648c5ad-f998-46ce-b9a7-526b23d96798" providerId="ADAL" clId="{8898C842-9FF9-4D09-87EB-1852F419E272}" dt="2023-03-27T20:30:49.152" v="2107" actId="20577"/>
        <pc:sldMkLst>
          <pc:docMk/>
          <pc:sldMk cId="2326042382" sldId="261"/>
        </pc:sldMkLst>
        <pc:spChg chg="mod">
          <ac:chgData name="Alex ŠTÍPA" userId="8648c5ad-f998-46ce-b9a7-526b23d96798" providerId="ADAL" clId="{8898C842-9FF9-4D09-87EB-1852F419E272}" dt="2023-03-27T20:30:49.152" v="2107" actId="20577"/>
          <ac:spMkLst>
            <pc:docMk/>
            <pc:sldMk cId="2326042382" sldId="261"/>
            <ac:spMk id="3" creationId="{9EA56E2E-E6EB-4278-8080-B89ABD080A1C}"/>
          </ac:spMkLst>
        </pc:spChg>
      </pc:sldChg>
      <pc:sldChg chg="modSp mod">
        <pc:chgData name="Alex ŠTÍPA" userId="8648c5ad-f998-46ce-b9a7-526b23d96798" providerId="ADAL" clId="{8898C842-9FF9-4D09-87EB-1852F419E272}" dt="2023-03-27T19:16:46.635" v="380" actId="20577"/>
        <pc:sldMkLst>
          <pc:docMk/>
          <pc:sldMk cId="4143559194" sldId="263"/>
        </pc:sldMkLst>
        <pc:spChg chg="mod">
          <ac:chgData name="Alex ŠTÍPA" userId="8648c5ad-f998-46ce-b9a7-526b23d96798" providerId="ADAL" clId="{8898C842-9FF9-4D09-87EB-1852F419E272}" dt="2023-03-27T19:16:46.635" v="380" actId="20577"/>
          <ac:spMkLst>
            <pc:docMk/>
            <pc:sldMk cId="4143559194" sldId="263"/>
            <ac:spMk id="3" creationId="{48A230AC-9ABD-DCE4-BAAA-CB9DA234DA06}"/>
          </ac:spMkLst>
        </pc:spChg>
      </pc:sldChg>
      <pc:sldChg chg="addSp delSp modSp new mod setBg">
        <pc:chgData name="Alex ŠTÍPA" userId="8648c5ad-f998-46ce-b9a7-526b23d96798" providerId="ADAL" clId="{8898C842-9FF9-4D09-87EB-1852F419E272}" dt="2023-03-27T19:49:16.420" v="571" actId="20577"/>
        <pc:sldMkLst>
          <pc:docMk/>
          <pc:sldMk cId="2848122744" sldId="264"/>
        </pc:sldMkLst>
        <pc:spChg chg="add del mod">
          <ac:chgData name="Alex ŠTÍPA" userId="8648c5ad-f998-46ce-b9a7-526b23d96798" providerId="ADAL" clId="{8898C842-9FF9-4D09-87EB-1852F419E272}" dt="2023-03-27T19:48:02.955" v="420" actId="20577"/>
          <ac:spMkLst>
            <pc:docMk/>
            <pc:sldMk cId="2848122744" sldId="264"/>
            <ac:spMk id="2" creationId="{F8C43BB6-DE75-777E-4D02-BFBFA01C254D}"/>
          </ac:spMkLst>
        </pc:spChg>
        <pc:spChg chg="add del mod ord">
          <ac:chgData name="Alex ŠTÍPA" userId="8648c5ad-f998-46ce-b9a7-526b23d96798" providerId="ADAL" clId="{8898C842-9FF9-4D09-87EB-1852F419E272}" dt="2023-03-27T19:49:16.420" v="571" actId="20577"/>
          <ac:spMkLst>
            <pc:docMk/>
            <pc:sldMk cId="2848122744" sldId="264"/>
            <ac:spMk id="3" creationId="{63E299EA-FF63-3417-E8F6-BBCB147E0872}"/>
          </ac:spMkLst>
        </pc:spChg>
        <pc:spChg chg="add del mod">
          <ac:chgData name="Alex ŠTÍPA" userId="8648c5ad-f998-46ce-b9a7-526b23d96798" providerId="ADAL" clId="{8898C842-9FF9-4D09-87EB-1852F419E272}" dt="2023-03-27T19:47:09.819" v="387" actId="478"/>
          <ac:spMkLst>
            <pc:docMk/>
            <pc:sldMk cId="2848122744" sldId="264"/>
            <ac:spMk id="4" creationId="{54341EF0-3A7A-347D-70CA-A1BFED72C2B4}"/>
          </ac:spMkLst>
        </pc:spChg>
        <pc:spChg chg="add del">
          <ac:chgData name="Alex ŠTÍPA" userId="8648c5ad-f998-46ce-b9a7-526b23d96798" providerId="ADAL" clId="{8898C842-9FF9-4D09-87EB-1852F419E272}" dt="2023-03-27T19:47:10.406" v="388" actId="26606"/>
          <ac:spMkLst>
            <pc:docMk/>
            <pc:sldMk cId="2848122744" sldId="264"/>
            <ac:spMk id="5127" creationId="{49306479-8C4D-4E4A-A330-DFC80A8A01BE}"/>
          </ac:spMkLst>
        </pc:spChg>
        <pc:spChg chg="add del">
          <ac:chgData name="Alex ŠTÍPA" userId="8648c5ad-f998-46ce-b9a7-526b23d96798" providerId="ADAL" clId="{8898C842-9FF9-4D09-87EB-1852F419E272}" dt="2023-03-27T19:47:10.406" v="388" actId="26606"/>
          <ac:spMkLst>
            <pc:docMk/>
            <pc:sldMk cId="2848122744" sldId="264"/>
            <ac:spMk id="5129" creationId="{9B45BA4C-9B54-4496-821F-9E0985CA984D}"/>
          </ac:spMkLst>
        </pc:spChg>
        <pc:spChg chg="add del">
          <ac:chgData name="Alex ŠTÍPA" userId="8648c5ad-f998-46ce-b9a7-526b23d96798" providerId="ADAL" clId="{8898C842-9FF9-4D09-87EB-1852F419E272}" dt="2023-03-27T19:47:45.088" v="400" actId="26606"/>
          <ac:spMkLst>
            <pc:docMk/>
            <pc:sldMk cId="2848122744" sldId="264"/>
            <ac:spMk id="5130" creationId="{84136905-015B-4510-B514-027CBA846BD6}"/>
          </ac:spMkLst>
        </pc:spChg>
        <pc:spChg chg="add del">
          <ac:chgData name="Alex ŠTÍPA" userId="8648c5ad-f998-46ce-b9a7-526b23d96798" providerId="ADAL" clId="{8898C842-9FF9-4D09-87EB-1852F419E272}" dt="2023-03-27T19:47:18.614" v="392" actId="26606"/>
          <ac:spMkLst>
            <pc:docMk/>
            <pc:sldMk cId="2848122744" sldId="264"/>
            <ac:spMk id="5131" creationId="{49306479-8C4D-4E4A-A330-DFC80A8A01BE}"/>
          </ac:spMkLst>
        </pc:spChg>
        <pc:spChg chg="add del">
          <ac:chgData name="Alex ŠTÍPA" userId="8648c5ad-f998-46ce-b9a7-526b23d96798" providerId="ADAL" clId="{8898C842-9FF9-4D09-87EB-1852F419E272}" dt="2023-03-27T19:47:47.541" v="402" actId="26606"/>
          <ac:spMkLst>
            <pc:docMk/>
            <pc:sldMk cId="2848122744" sldId="264"/>
            <ac:spMk id="5132" creationId="{84136905-015B-4510-B514-027CBA846BD6}"/>
          </ac:spMkLst>
        </pc:spChg>
        <pc:spChg chg="add del">
          <ac:chgData name="Alex ŠTÍPA" userId="8648c5ad-f998-46ce-b9a7-526b23d96798" providerId="ADAL" clId="{8898C842-9FF9-4D09-87EB-1852F419E272}" dt="2023-03-27T19:47:18.614" v="392" actId="26606"/>
          <ac:spMkLst>
            <pc:docMk/>
            <pc:sldMk cId="2848122744" sldId="264"/>
            <ac:spMk id="5133" creationId="{9B45BA4C-9B54-4496-821F-9E0985CA984D}"/>
          </ac:spMkLst>
        </pc:spChg>
        <pc:spChg chg="add del">
          <ac:chgData name="Alex ŠTÍPA" userId="8648c5ad-f998-46ce-b9a7-526b23d96798" providerId="ADAL" clId="{8898C842-9FF9-4D09-87EB-1852F419E272}" dt="2023-03-27T19:47:47.541" v="402" actId="26606"/>
          <ac:spMkLst>
            <pc:docMk/>
            <pc:sldMk cId="2848122744" sldId="264"/>
            <ac:spMk id="5134" creationId="{36CD0F97-2E5B-4E84-8544-EB24DED10446}"/>
          </ac:spMkLst>
        </pc:spChg>
        <pc:spChg chg="add del">
          <ac:chgData name="Alex ŠTÍPA" userId="8648c5ad-f998-46ce-b9a7-526b23d96798" providerId="ADAL" clId="{8898C842-9FF9-4D09-87EB-1852F419E272}" dt="2023-03-27T19:47:19.162" v="394" actId="26606"/>
          <ac:spMkLst>
            <pc:docMk/>
            <pc:sldMk cId="2848122744" sldId="264"/>
            <ac:spMk id="5135" creationId="{84136905-015B-4510-B514-027CBA846BD6}"/>
          </ac:spMkLst>
        </pc:spChg>
        <pc:spChg chg="add del">
          <ac:chgData name="Alex ŠTÍPA" userId="8648c5ad-f998-46ce-b9a7-526b23d96798" providerId="ADAL" clId="{8898C842-9FF9-4D09-87EB-1852F419E272}" dt="2023-03-27T19:47:19.162" v="394" actId="26606"/>
          <ac:spMkLst>
            <pc:docMk/>
            <pc:sldMk cId="2848122744" sldId="264"/>
            <ac:spMk id="5136" creationId="{63E299EA-FF63-3417-E8F6-BBCB147E0872}"/>
          </ac:spMkLst>
        </pc:spChg>
        <pc:spChg chg="add del">
          <ac:chgData name="Alex ŠTÍPA" userId="8648c5ad-f998-46ce-b9a7-526b23d96798" providerId="ADAL" clId="{8898C842-9FF9-4D09-87EB-1852F419E272}" dt="2023-03-27T19:47:47.541" v="402" actId="26606"/>
          <ac:spMkLst>
            <pc:docMk/>
            <pc:sldMk cId="2848122744" sldId="264"/>
            <ac:spMk id="5137" creationId="{3B272257-593A-402F-88FA-F1DECD9E3FC4}"/>
          </ac:spMkLst>
        </pc:spChg>
        <pc:spChg chg="add del">
          <ac:chgData name="Alex ŠTÍPA" userId="8648c5ad-f998-46ce-b9a7-526b23d96798" providerId="ADAL" clId="{8898C842-9FF9-4D09-87EB-1852F419E272}" dt="2023-03-27T19:47:21.876" v="396" actId="26606"/>
          <ac:spMkLst>
            <pc:docMk/>
            <pc:sldMk cId="2848122744" sldId="264"/>
            <ac:spMk id="5138" creationId="{84136905-015B-4510-B514-027CBA846BD6}"/>
          </ac:spMkLst>
        </pc:spChg>
        <pc:spChg chg="add del">
          <ac:chgData name="Alex ŠTÍPA" userId="8648c5ad-f998-46ce-b9a7-526b23d96798" providerId="ADAL" clId="{8898C842-9FF9-4D09-87EB-1852F419E272}" dt="2023-03-27T19:47:21.876" v="396" actId="26606"/>
          <ac:spMkLst>
            <pc:docMk/>
            <pc:sldMk cId="2848122744" sldId="264"/>
            <ac:spMk id="5139" creationId="{36CD0F97-2E5B-4E84-8544-EB24DED10446}"/>
          </ac:spMkLst>
        </pc:spChg>
        <pc:spChg chg="add del">
          <ac:chgData name="Alex ŠTÍPA" userId="8648c5ad-f998-46ce-b9a7-526b23d96798" providerId="ADAL" clId="{8898C842-9FF9-4D09-87EB-1852F419E272}" dt="2023-03-27T19:47:21.876" v="396" actId="26606"/>
          <ac:spMkLst>
            <pc:docMk/>
            <pc:sldMk cId="2848122744" sldId="264"/>
            <ac:spMk id="5140" creationId="{867738BA-6281-40B8-B775-410D49E724D0}"/>
          </ac:spMkLst>
        </pc:spChg>
        <pc:spChg chg="add del">
          <ac:chgData name="Alex ŠTÍPA" userId="8648c5ad-f998-46ce-b9a7-526b23d96798" providerId="ADAL" clId="{8898C842-9FF9-4D09-87EB-1852F419E272}" dt="2023-03-27T19:47:21.876" v="396" actId="26606"/>
          <ac:spMkLst>
            <pc:docMk/>
            <pc:sldMk cId="2848122744" sldId="264"/>
            <ac:spMk id="5141" creationId="{63E299EA-FF63-3417-E8F6-BBCB147E0872}"/>
          </ac:spMkLst>
        </pc:spChg>
        <pc:spChg chg="add">
          <ac:chgData name="Alex ŠTÍPA" userId="8648c5ad-f998-46ce-b9a7-526b23d96798" providerId="ADAL" clId="{8898C842-9FF9-4D09-87EB-1852F419E272}" dt="2023-03-27T19:47:47.549" v="403" actId="26606"/>
          <ac:spMkLst>
            <pc:docMk/>
            <pc:sldMk cId="2848122744" sldId="264"/>
            <ac:spMk id="5142" creationId="{84136905-015B-4510-B514-027CBA846BD6}"/>
          </ac:spMkLst>
        </pc:spChg>
        <pc:spChg chg="add">
          <ac:chgData name="Alex ŠTÍPA" userId="8648c5ad-f998-46ce-b9a7-526b23d96798" providerId="ADAL" clId="{8898C842-9FF9-4D09-87EB-1852F419E272}" dt="2023-03-27T19:47:47.549" v="403" actId="26606"/>
          <ac:spMkLst>
            <pc:docMk/>
            <pc:sldMk cId="2848122744" sldId="264"/>
            <ac:spMk id="5143" creationId="{36CD0F97-2E5B-4E84-8544-EB24DED10446}"/>
          </ac:spMkLst>
        </pc:spChg>
        <pc:spChg chg="add">
          <ac:chgData name="Alex ŠTÍPA" userId="8648c5ad-f998-46ce-b9a7-526b23d96798" providerId="ADAL" clId="{8898C842-9FF9-4D09-87EB-1852F419E272}" dt="2023-03-27T19:47:47.549" v="403" actId="26606"/>
          <ac:spMkLst>
            <pc:docMk/>
            <pc:sldMk cId="2848122744" sldId="264"/>
            <ac:spMk id="5144" creationId="{26A70F00-F11C-4EEF-9002-CAA67EF3F1F1}"/>
          </ac:spMkLst>
        </pc:spChg>
        <pc:picChg chg="add del mod">
          <ac:chgData name="Alex ŠTÍPA" userId="8648c5ad-f998-46ce-b9a7-526b23d96798" providerId="ADAL" clId="{8898C842-9FF9-4D09-87EB-1852F419E272}" dt="2023-03-27T19:47:13.206" v="389" actId="478"/>
          <ac:picMkLst>
            <pc:docMk/>
            <pc:sldMk cId="2848122744" sldId="264"/>
            <ac:picMk id="5122" creationId="{8FE58B37-7AE0-45E0-F48D-DC7BA79E4F91}"/>
          </ac:picMkLst>
        </pc:picChg>
        <pc:picChg chg="add del">
          <ac:chgData name="Alex ŠTÍPA" userId="8648c5ad-f998-46ce-b9a7-526b23d96798" providerId="ADAL" clId="{8898C842-9FF9-4D09-87EB-1852F419E272}" dt="2023-03-27T19:47:09.469" v="386"/>
          <ac:picMkLst>
            <pc:docMk/>
            <pc:sldMk cId="2848122744" sldId="264"/>
            <ac:picMk id="5124" creationId="{C45E0777-1C4A-1B12-B0E6-77D8C21D82DF}"/>
          </ac:picMkLst>
        </pc:picChg>
        <pc:picChg chg="add del mod">
          <ac:chgData name="Alex ŠTÍPA" userId="8648c5ad-f998-46ce-b9a7-526b23d96798" providerId="ADAL" clId="{8898C842-9FF9-4D09-87EB-1852F419E272}" dt="2023-03-27T19:47:22.242" v="397"/>
          <ac:picMkLst>
            <pc:docMk/>
            <pc:sldMk cId="2848122744" sldId="264"/>
            <ac:picMk id="5126" creationId="{B3C468E6-BE11-17ED-738A-818EFC355040}"/>
          </ac:picMkLst>
        </pc:picChg>
        <pc:picChg chg="add mod">
          <ac:chgData name="Alex ŠTÍPA" userId="8648c5ad-f998-46ce-b9a7-526b23d96798" providerId="ADAL" clId="{8898C842-9FF9-4D09-87EB-1852F419E272}" dt="2023-03-27T19:47:47.549" v="403" actId="26606"/>
          <ac:picMkLst>
            <pc:docMk/>
            <pc:sldMk cId="2848122744" sldId="264"/>
            <ac:picMk id="5128" creationId="{89A0851C-AC79-FC17-3AA5-DB82C84E918E}"/>
          </ac:picMkLst>
        </pc:picChg>
      </pc:sldChg>
      <pc:sldChg chg="addSp modSp new mod setBg">
        <pc:chgData name="Alex ŠTÍPA" userId="8648c5ad-f998-46ce-b9a7-526b23d96798" providerId="ADAL" clId="{8898C842-9FF9-4D09-87EB-1852F419E272}" dt="2023-03-27T19:53:20.564" v="723" actId="20577"/>
        <pc:sldMkLst>
          <pc:docMk/>
          <pc:sldMk cId="2872887302" sldId="265"/>
        </pc:sldMkLst>
        <pc:spChg chg="mod">
          <ac:chgData name="Alex ŠTÍPA" userId="8648c5ad-f998-46ce-b9a7-526b23d96798" providerId="ADAL" clId="{8898C842-9FF9-4D09-87EB-1852F419E272}" dt="2023-03-27T19:52:32.640" v="597" actId="20577"/>
          <ac:spMkLst>
            <pc:docMk/>
            <pc:sldMk cId="2872887302" sldId="265"/>
            <ac:spMk id="2" creationId="{2C932D3B-35F3-8316-73B3-0D5FE2FEE568}"/>
          </ac:spMkLst>
        </pc:spChg>
        <pc:spChg chg="mod">
          <ac:chgData name="Alex ŠTÍPA" userId="8648c5ad-f998-46ce-b9a7-526b23d96798" providerId="ADAL" clId="{8898C842-9FF9-4D09-87EB-1852F419E272}" dt="2023-03-27T19:53:20.564" v="723" actId="20577"/>
          <ac:spMkLst>
            <pc:docMk/>
            <pc:sldMk cId="2872887302" sldId="265"/>
            <ac:spMk id="3" creationId="{FEE41505-FDBF-C462-3BF6-88A6EF4C857F}"/>
          </ac:spMkLst>
        </pc:spChg>
        <pc:spChg chg="add">
          <ac:chgData name="Alex ŠTÍPA" userId="8648c5ad-f998-46ce-b9a7-526b23d96798" providerId="ADAL" clId="{8898C842-9FF9-4D09-87EB-1852F419E272}" dt="2023-03-27T19:52:23.044" v="574" actId="26606"/>
          <ac:spMkLst>
            <pc:docMk/>
            <pc:sldMk cId="2872887302" sldId="265"/>
            <ac:spMk id="6151" creationId="{84136905-015B-4510-B514-027CBA846BD6}"/>
          </ac:spMkLst>
        </pc:spChg>
        <pc:picChg chg="add mod">
          <ac:chgData name="Alex ŠTÍPA" userId="8648c5ad-f998-46ce-b9a7-526b23d96798" providerId="ADAL" clId="{8898C842-9FF9-4D09-87EB-1852F419E272}" dt="2023-03-27T19:52:23.044" v="574" actId="26606"/>
          <ac:picMkLst>
            <pc:docMk/>
            <pc:sldMk cId="2872887302" sldId="265"/>
            <ac:picMk id="6146" creationId="{168247AB-6043-88CC-1AC9-C54511DA705D}"/>
          </ac:picMkLst>
        </pc:picChg>
      </pc:sldChg>
      <pc:sldChg chg="addSp delSp modSp new mod setBg">
        <pc:chgData name="Alex ŠTÍPA" userId="8648c5ad-f998-46ce-b9a7-526b23d96798" providerId="ADAL" clId="{8898C842-9FF9-4D09-87EB-1852F419E272}" dt="2023-03-27T19:56:24.086" v="863" actId="313"/>
        <pc:sldMkLst>
          <pc:docMk/>
          <pc:sldMk cId="2195419513" sldId="266"/>
        </pc:sldMkLst>
        <pc:spChg chg="mod">
          <ac:chgData name="Alex ŠTÍPA" userId="8648c5ad-f998-46ce-b9a7-526b23d96798" providerId="ADAL" clId="{8898C842-9FF9-4D09-87EB-1852F419E272}" dt="2023-03-27T19:55:07.605" v="751" actId="20577"/>
          <ac:spMkLst>
            <pc:docMk/>
            <pc:sldMk cId="2195419513" sldId="266"/>
            <ac:spMk id="2" creationId="{F1EA622B-1946-2839-FB7C-4A520E56D5A9}"/>
          </ac:spMkLst>
        </pc:spChg>
        <pc:spChg chg="add del mod ord">
          <ac:chgData name="Alex ŠTÍPA" userId="8648c5ad-f998-46ce-b9a7-526b23d96798" providerId="ADAL" clId="{8898C842-9FF9-4D09-87EB-1852F419E272}" dt="2023-03-27T19:55:00.397" v="736" actId="26606"/>
          <ac:spMkLst>
            <pc:docMk/>
            <pc:sldMk cId="2195419513" sldId="266"/>
            <ac:spMk id="3" creationId="{E5CB3AF6-7CA2-FDAA-F1D2-79EC89AB5DE2}"/>
          </ac:spMkLst>
        </pc:spChg>
        <pc:spChg chg="add del">
          <ac:chgData name="Alex ŠTÍPA" userId="8648c5ad-f998-46ce-b9a7-526b23d96798" providerId="ADAL" clId="{8898C842-9FF9-4D09-87EB-1852F419E272}" dt="2023-03-27T19:54:52.979" v="727" actId="26606"/>
          <ac:spMkLst>
            <pc:docMk/>
            <pc:sldMk cId="2195419513" sldId="266"/>
            <ac:spMk id="7175" creationId="{84136905-015B-4510-B514-027CBA846BD6}"/>
          </ac:spMkLst>
        </pc:spChg>
        <pc:spChg chg="add del">
          <ac:chgData name="Alex ŠTÍPA" userId="8648c5ad-f998-46ce-b9a7-526b23d96798" providerId="ADAL" clId="{8898C842-9FF9-4D09-87EB-1852F419E272}" dt="2023-03-27T19:54:53.948" v="729" actId="26606"/>
          <ac:spMkLst>
            <pc:docMk/>
            <pc:sldMk cId="2195419513" sldId="266"/>
            <ac:spMk id="7177" creationId="{36CD0F97-2E5B-4E84-8544-EB24DED10446}"/>
          </ac:spMkLst>
        </pc:spChg>
        <pc:spChg chg="add del">
          <ac:chgData name="Alex ŠTÍPA" userId="8648c5ad-f998-46ce-b9a7-526b23d96798" providerId="ADAL" clId="{8898C842-9FF9-4D09-87EB-1852F419E272}" dt="2023-03-27T19:54:53.948" v="729" actId="26606"/>
          <ac:spMkLst>
            <pc:docMk/>
            <pc:sldMk cId="2195419513" sldId="266"/>
            <ac:spMk id="7178" creationId="{84136905-015B-4510-B514-027CBA846BD6}"/>
          </ac:spMkLst>
        </pc:spChg>
        <pc:spChg chg="add del">
          <ac:chgData name="Alex ŠTÍPA" userId="8648c5ad-f998-46ce-b9a7-526b23d96798" providerId="ADAL" clId="{8898C842-9FF9-4D09-87EB-1852F419E272}" dt="2023-03-27T19:54:53.948" v="729" actId="26606"/>
          <ac:spMkLst>
            <pc:docMk/>
            <pc:sldMk cId="2195419513" sldId="266"/>
            <ac:spMk id="7179" creationId="{26A70F00-F11C-4EEF-9002-CAA67EF3F1F1}"/>
          </ac:spMkLst>
        </pc:spChg>
        <pc:spChg chg="add del">
          <ac:chgData name="Alex ŠTÍPA" userId="8648c5ad-f998-46ce-b9a7-526b23d96798" providerId="ADAL" clId="{8898C842-9FF9-4D09-87EB-1852F419E272}" dt="2023-03-27T19:54:55.780" v="731" actId="26606"/>
          <ac:spMkLst>
            <pc:docMk/>
            <pc:sldMk cId="2195419513" sldId="266"/>
            <ac:spMk id="7181" creationId="{84136905-015B-4510-B514-027CBA846BD6}"/>
          </ac:spMkLst>
        </pc:spChg>
        <pc:spChg chg="add del">
          <ac:chgData name="Alex ŠTÍPA" userId="8648c5ad-f998-46ce-b9a7-526b23d96798" providerId="ADAL" clId="{8898C842-9FF9-4D09-87EB-1852F419E272}" dt="2023-03-27T19:54:55.780" v="731" actId="26606"/>
          <ac:spMkLst>
            <pc:docMk/>
            <pc:sldMk cId="2195419513" sldId="266"/>
            <ac:spMk id="7182" creationId="{36CD0F97-2E5B-4E84-8544-EB24DED10446}"/>
          </ac:spMkLst>
        </pc:spChg>
        <pc:spChg chg="add del">
          <ac:chgData name="Alex ŠTÍPA" userId="8648c5ad-f998-46ce-b9a7-526b23d96798" providerId="ADAL" clId="{8898C842-9FF9-4D09-87EB-1852F419E272}" dt="2023-03-27T19:54:55.780" v="731" actId="26606"/>
          <ac:spMkLst>
            <pc:docMk/>
            <pc:sldMk cId="2195419513" sldId="266"/>
            <ac:spMk id="7183" creationId="{3B272257-593A-402F-88FA-F1DECD9E3FC4}"/>
          </ac:spMkLst>
        </pc:spChg>
        <pc:spChg chg="add del">
          <ac:chgData name="Alex ŠTÍPA" userId="8648c5ad-f998-46ce-b9a7-526b23d96798" providerId="ADAL" clId="{8898C842-9FF9-4D09-87EB-1852F419E272}" dt="2023-03-27T19:54:59.387" v="733" actId="26606"/>
          <ac:spMkLst>
            <pc:docMk/>
            <pc:sldMk cId="2195419513" sldId="266"/>
            <ac:spMk id="7185" creationId="{49306479-8C4D-4E4A-A330-DFC80A8A01BE}"/>
          </ac:spMkLst>
        </pc:spChg>
        <pc:spChg chg="add del">
          <ac:chgData name="Alex ŠTÍPA" userId="8648c5ad-f998-46ce-b9a7-526b23d96798" providerId="ADAL" clId="{8898C842-9FF9-4D09-87EB-1852F419E272}" dt="2023-03-27T19:54:59.387" v="733" actId="26606"/>
          <ac:spMkLst>
            <pc:docMk/>
            <pc:sldMk cId="2195419513" sldId="266"/>
            <ac:spMk id="7186" creationId="{9B45BA4C-9B54-4496-821F-9E0985CA984D}"/>
          </ac:spMkLst>
        </pc:spChg>
        <pc:spChg chg="add del">
          <ac:chgData name="Alex ŠTÍPA" userId="8648c5ad-f998-46ce-b9a7-526b23d96798" providerId="ADAL" clId="{8898C842-9FF9-4D09-87EB-1852F419E272}" dt="2023-03-27T19:54:59.387" v="733" actId="26606"/>
          <ac:spMkLst>
            <pc:docMk/>
            <pc:sldMk cId="2195419513" sldId="266"/>
            <ac:spMk id="7187" creationId="{85E1BB9D-FAFF-4C3E-9E44-13F8FBABCD62}"/>
          </ac:spMkLst>
        </pc:spChg>
        <pc:spChg chg="add del">
          <ac:chgData name="Alex ŠTÍPA" userId="8648c5ad-f998-46ce-b9a7-526b23d96798" providerId="ADAL" clId="{8898C842-9FF9-4D09-87EB-1852F419E272}" dt="2023-03-27T19:54:59.387" v="733" actId="26606"/>
          <ac:spMkLst>
            <pc:docMk/>
            <pc:sldMk cId="2195419513" sldId="266"/>
            <ac:spMk id="7188" creationId="{47C897C6-901F-410E-B2AC-162ED94B010E}"/>
          </ac:spMkLst>
        </pc:spChg>
        <pc:spChg chg="add del">
          <ac:chgData name="Alex ŠTÍPA" userId="8648c5ad-f998-46ce-b9a7-526b23d96798" providerId="ADAL" clId="{8898C842-9FF9-4D09-87EB-1852F419E272}" dt="2023-03-27T19:55:00.388" v="735" actId="26606"/>
          <ac:spMkLst>
            <pc:docMk/>
            <pc:sldMk cId="2195419513" sldId="266"/>
            <ac:spMk id="7190" creationId="{84136905-015B-4510-B514-027CBA846BD6}"/>
          </ac:spMkLst>
        </pc:spChg>
        <pc:spChg chg="add del">
          <ac:chgData name="Alex ŠTÍPA" userId="8648c5ad-f998-46ce-b9a7-526b23d96798" providerId="ADAL" clId="{8898C842-9FF9-4D09-87EB-1852F419E272}" dt="2023-03-27T19:55:00.388" v="735" actId="26606"/>
          <ac:spMkLst>
            <pc:docMk/>
            <pc:sldMk cId="2195419513" sldId="266"/>
            <ac:spMk id="7191" creationId="{E5CB3AF6-7CA2-FDAA-F1D2-79EC89AB5DE2}"/>
          </ac:spMkLst>
        </pc:spChg>
        <pc:spChg chg="add">
          <ac:chgData name="Alex ŠTÍPA" userId="8648c5ad-f998-46ce-b9a7-526b23d96798" providerId="ADAL" clId="{8898C842-9FF9-4D09-87EB-1852F419E272}" dt="2023-03-27T19:55:00.397" v="736" actId="26606"/>
          <ac:spMkLst>
            <pc:docMk/>
            <pc:sldMk cId="2195419513" sldId="266"/>
            <ac:spMk id="7193" creationId="{84136905-015B-4510-B514-027CBA846BD6}"/>
          </ac:spMkLst>
        </pc:spChg>
        <pc:spChg chg="add">
          <ac:chgData name="Alex ŠTÍPA" userId="8648c5ad-f998-46ce-b9a7-526b23d96798" providerId="ADAL" clId="{8898C842-9FF9-4D09-87EB-1852F419E272}" dt="2023-03-27T19:55:00.397" v="736" actId="26606"/>
          <ac:spMkLst>
            <pc:docMk/>
            <pc:sldMk cId="2195419513" sldId="266"/>
            <ac:spMk id="7194" creationId="{36CD0F97-2E5B-4E84-8544-EB24DED10446}"/>
          </ac:spMkLst>
        </pc:spChg>
        <pc:spChg chg="add">
          <ac:chgData name="Alex ŠTÍPA" userId="8648c5ad-f998-46ce-b9a7-526b23d96798" providerId="ADAL" clId="{8898C842-9FF9-4D09-87EB-1852F419E272}" dt="2023-03-27T19:55:00.397" v="736" actId="26606"/>
          <ac:spMkLst>
            <pc:docMk/>
            <pc:sldMk cId="2195419513" sldId="266"/>
            <ac:spMk id="7195" creationId="{3B272257-593A-402F-88FA-F1DECD9E3FC4}"/>
          </ac:spMkLst>
        </pc:spChg>
        <pc:spChg chg="add mod">
          <ac:chgData name="Alex ŠTÍPA" userId="8648c5ad-f998-46ce-b9a7-526b23d96798" providerId="ADAL" clId="{8898C842-9FF9-4D09-87EB-1852F419E272}" dt="2023-03-27T19:56:24.086" v="863" actId="313"/>
          <ac:spMkLst>
            <pc:docMk/>
            <pc:sldMk cId="2195419513" sldId="266"/>
            <ac:spMk id="7196" creationId="{E5CB3AF6-7CA2-FDAA-F1D2-79EC89AB5DE2}"/>
          </ac:spMkLst>
        </pc:spChg>
        <pc:picChg chg="add mod">
          <ac:chgData name="Alex ŠTÍPA" userId="8648c5ad-f998-46ce-b9a7-526b23d96798" providerId="ADAL" clId="{8898C842-9FF9-4D09-87EB-1852F419E272}" dt="2023-03-27T19:55:00.397" v="736" actId="26606"/>
          <ac:picMkLst>
            <pc:docMk/>
            <pc:sldMk cId="2195419513" sldId="266"/>
            <ac:picMk id="7170" creationId="{15A99623-96E3-06BE-4DD7-6B212A83686D}"/>
          </ac:picMkLst>
        </pc:picChg>
      </pc:sldChg>
      <pc:sldChg chg="addSp delSp modSp new mod setBg">
        <pc:chgData name="Alex ŠTÍPA" userId="8648c5ad-f998-46ce-b9a7-526b23d96798" providerId="ADAL" clId="{8898C842-9FF9-4D09-87EB-1852F419E272}" dt="2023-03-27T20:03:06.701" v="1067" actId="20577"/>
        <pc:sldMkLst>
          <pc:docMk/>
          <pc:sldMk cId="1424652698" sldId="267"/>
        </pc:sldMkLst>
        <pc:spChg chg="mod">
          <ac:chgData name="Alex ŠTÍPA" userId="8648c5ad-f998-46ce-b9a7-526b23d96798" providerId="ADAL" clId="{8898C842-9FF9-4D09-87EB-1852F419E272}" dt="2023-03-27T20:01:35.701" v="1018" actId="26606"/>
          <ac:spMkLst>
            <pc:docMk/>
            <pc:sldMk cId="1424652698" sldId="267"/>
            <ac:spMk id="2" creationId="{6BEC0E4D-0ABF-6843-BDA4-102871BE6CCE}"/>
          </ac:spMkLst>
        </pc:spChg>
        <pc:spChg chg="mod ord">
          <ac:chgData name="Alex ŠTÍPA" userId="8648c5ad-f998-46ce-b9a7-526b23d96798" providerId="ADAL" clId="{8898C842-9FF9-4D09-87EB-1852F419E272}" dt="2023-03-27T20:03:06.701" v="1067" actId="20577"/>
          <ac:spMkLst>
            <pc:docMk/>
            <pc:sldMk cId="1424652698" sldId="267"/>
            <ac:spMk id="3" creationId="{56349072-E878-1B6B-DCF1-49456AC090FD}"/>
          </ac:spMkLst>
        </pc:spChg>
        <pc:spChg chg="add del">
          <ac:chgData name="Alex ŠTÍPA" userId="8648c5ad-f998-46ce-b9a7-526b23d96798" providerId="ADAL" clId="{8898C842-9FF9-4D09-87EB-1852F419E272}" dt="2023-03-27T20:01:35.696" v="1017" actId="26606"/>
          <ac:spMkLst>
            <pc:docMk/>
            <pc:sldMk cId="1424652698" sldId="267"/>
            <ac:spMk id="8199" creationId="{84136905-015B-4510-B514-027CBA846BD6}"/>
          </ac:spMkLst>
        </pc:spChg>
        <pc:spChg chg="add del">
          <ac:chgData name="Alex ŠTÍPA" userId="8648c5ad-f998-46ce-b9a7-526b23d96798" providerId="ADAL" clId="{8898C842-9FF9-4D09-87EB-1852F419E272}" dt="2023-03-27T20:01:35.696" v="1017" actId="26606"/>
          <ac:spMkLst>
            <pc:docMk/>
            <pc:sldMk cId="1424652698" sldId="267"/>
            <ac:spMk id="8201" creationId="{36CD0F97-2E5B-4E84-8544-EB24DED10446}"/>
          </ac:spMkLst>
        </pc:spChg>
        <pc:spChg chg="add del">
          <ac:chgData name="Alex ŠTÍPA" userId="8648c5ad-f998-46ce-b9a7-526b23d96798" providerId="ADAL" clId="{8898C842-9FF9-4D09-87EB-1852F419E272}" dt="2023-03-27T20:01:35.696" v="1017" actId="26606"/>
          <ac:spMkLst>
            <pc:docMk/>
            <pc:sldMk cId="1424652698" sldId="267"/>
            <ac:spMk id="8203" creationId="{3B272257-593A-402F-88FA-F1DECD9E3FC4}"/>
          </ac:spMkLst>
        </pc:spChg>
        <pc:spChg chg="add">
          <ac:chgData name="Alex ŠTÍPA" userId="8648c5ad-f998-46ce-b9a7-526b23d96798" providerId="ADAL" clId="{8898C842-9FF9-4D09-87EB-1852F419E272}" dt="2023-03-27T20:01:35.701" v="1018" actId="26606"/>
          <ac:spMkLst>
            <pc:docMk/>
            <pc:sldMk cId="1424652698" sldId="267"/>
            <ac:spMk id="8205" creationId="{84136905-015B-4510-B514-027CBA846BD6}"/>
          </ac:spMkLst>
        </pc:spChg>
        <pc:picChg chg="add mod">
          <ac:chgData name="Alex ŠTÍPA" userId="8648c5ad-f998-46ce-b9a7-526b23d96798" providerId="ADAL" clId="{8898C842-9FF9-4D09-87EB-1852F419E272}" dt="2023-03-27T20:01:35.701" v="1018" actId="26606"/>
          <ac:picMkLst>
            <pc:docMk/>
            <pc:sldMk cId="1424652698" sldId="267"/>
            <ac:picMk id="8194" creationId="{27B8D196-F2C4-930E-0A9E-4CF48306BA2B}"/>
          </ac:picMkLst>
        </pc:picChg>
      </pc:sldChg>
      <pc:sldChg chg="addSp delSp modSp new mod setBg">
        <pc:chgData name="Alex ŠTÍPA" userId="8648c5ad-f998-46ce-b9a7-526b23d96798" providerId="ADAL" clId="{8898C842-9FF9-4D09-87EB-1852F419E272}" dt="2023-03-27T20:09:04.145" v="1333" actId="20577"/>
        <pc:sldMkLst>
          <pc:docMk/>
          <pc:sldMk cId="2725420145" sldId="268"/>
        </pc:sldMkLst>
        <pc:spChg chg="mod">
          <ac:chgData name="Alex ŠTÍPA" userId="8648c5ad-f998-46ce-b9a7-526b23d96798" providerId="ADAL" clId="{8898C842-9FF9-4D09-87EB-1852F419E272}" dt="2023-03-27T20:07:34.295" v="1239" actId="26606"/>
          <ac:spMkLst>
            <pc:docMk/>
            <pc:sldMk cId="2725420145" sldId="268"/>
            <ac:spMk id="2" creationId="{A3CE2780-9C20-8958-969A-3295CE37BFE5}"/>
          </ac:spMkLst>
        </pc:spChg>
        <pc:spChg chg="mod ord">
          <ac:chgData name="Alex ŠTÍPA" userId="8648c5ad-f998-46ce-b9a7-526b23d96798" providerId="ADAL" clId="{8898C842-9FF9-4D09-87EB-1852F419E272}" dt="2023-03-27T20:09:04.145" v="1333" actId="20577"/>
          <ac:spMkLst>
            <pc:docMk/>
            <pc:sldMk cId="2725420145" sldId="268"/>
            <ac:spMk id="3" creationId="{CDB18894-3390-B9CA-936C-D7B7F7D14372}"/>
          </ac:spMkLst>
        </pc:spChg>
        <pc:spChg chg="add del">
          <ac:chgData name="Alex ŠTÍPA" userId="8648c5ad-f998-46ce-b9a7-526b23d96798" providerId="ADAL" clId="{8898C842-9FF9-4D09-87EB-1852F419E272}" dt="2023-03-27T20:07:34.291" v="1238" actId="26606"/>
          <ac:spMkLst>
            <pc:docMk/>
            <pc:sldMk cId="2725420145" sldId="268"/>
            <ac:spMk id="9223" creationId="{84136905-015B-4510-B514-027CBA846BD6}"/>
          </ac:spMkLst>
        </pc:spChg>
        <pc:spChg chg="add">
          <ac:chgData name="Alex ŠTÍPA" userId="8648c5ad-f998-46ce-b9a7-526b23d96798" providerId="ADAL" clId="{8898C842-9FF9-4D09-87EB-1852F419E272}" dt="2023-03-27T20:07:34.295" v="1239" actId="26606"/>
          <ac:spMkLst>
            <pc:docMk/>
            <pc:sldMk cId="2725420145" sldId="268"/>
            <ac:spMk id="9225" creationId="{84136905-015B-4510-B514-027CBA846BD6}"/>
          </ac:spMkLst>
        </pc:spChg>
        <pc:picChg chg="add mod">
          <ac:chgData name="Alex ŠTÍPA" userId="8648c5ad-f998-46ce-b9a7-526b23d96798" providerId="ADAL" clId="{8898C842-9FF9-4D09-87EB-1852F419E272}" dt="2023-03-27T20:07:34.295" v="1239" actId="26606"/>
          <ac:picMkLst>
            <pc:docMk/>
            <pc:sldMk cId="2725420145" sldId="268"/>
            <ac:picMk id="9218" creationId="{255BEF8E-A3BF-E5C4-5923-EE331951A8FF}"/>
          </ac:picMkLst>
        </pc:picChg>
      </pc:sldChg>
      <pc:sldChg chg="addSp delSp modSp new mod setBg">
        <pc:chgData name="Alex ŠTÍPA" userId="8648c5ad-f998-46ce-b9a7-526b23d96798" providerId="ADAL" clId="{8898C842-9FF9-4D09-87EB-1852F419E272}" dt="2023-03-27T20:13:58.396" v="1485" actId="20577"/>
        <pc:sldMkLst>
          <pc:docMk/>
          <pc:sldMk cId="107761764" sldId="269"/>
        </pc:sldMkLst>
        <pc:spChg chg="mod">
          <ac:chgData name="Alex ŠTÍPA" userId="8648c5ad-f998-46ce-b9a7-526b23d96798" providerId="ADAL" clId="{8898C842-9FF9-4D09-87EB-1852F419E272}" dt="2023-03-27T20:12:03.840" v="1356" actId="20577"/>
          <ac:spMkLst>
            <pc:docMk/>
            <pc:sldMk cId="107761764" sldId="269"/>
            <ac:spMk id="2" creationId="{9D122D18-7AB6-4AB7-9838-FF7959F940AC}"/>
          </ac:spMkLst>
        </pc:spChg>
        <pc:spChg chg="mod ord">
          <ac:chgData name="Alex ŠTÍPA" userId="8648c5ad-f998-46ce-b9a7-526b23d96798" providerId="ADAL" clId="{8898C842-9FF9-4D09-87EB-1852F419E272}" dt="2023-03-27T20:13:58.396" v="1485" actId="20577"/>
          <ac:spMkLst>
            <pc:docMk/>
            <pc:sldMk cId="107761764" sldId="269"/>
            <ac:spMk id="3" creationId="{FD2DA407-DB86-8794-2F6E-99C3B2E5D0C2}"/>
          </ac:spMkLst>
        </pc:spChg>
        <pc:spChg chg="add del">
          <ac:chgData name="Alex ŠTÍPA" userId="8648c5ad-f998-46ce-b9a7-526b23d96798" providerId="ADAL" clId="{8898C842-9FF9-4D09-87EB-1852F419E272}" dt="2023-03-27T20:11:57.853" v="1337" actId="26606"/>
          <ac:spMkLst>
            <pc:docMk/>
            <pc:sldMk cId="107761764" sldId="269"/>
            <ac:spMk id="10247" creationId="{84136905-015B-4510-B514-027CBA846BD6}"/>
          </ac:spMkLst>
        </pc:spChg>
        <pc:spChg chg="add">
          <ac:chgData name="Alex ŠTÍPA" userId="8648c5ad-f998-46ce-b9a7-526b23d96798" providerId="ADAL" clId="{8898C842-9FF9-4D09-87EB-1852F419E272}" dt="2023-03-27T20:11:57.860" v="1338" actId="26606"/>
          <ac:spMkLst>
            <pc:docMk/>
            <pc:sldMk cId="107761764" sldId="269"/>
            <ac:spMk id="10249" creationId="{36CD0F97-2E5B-4E84-8544-EB24DED10446}"/>
          </ac:spMkLst>
        </pc:spChg>
        <pc:spChg chg="add">
          <ac:chgData name="Alex ŠTÍPA" userId="8648c5ad-f998-46ce-b9a7-526b23d96798" providerId="ADAL" clId="{8898C842-9FF9-4D09-87EB-1852F419E272}" dt="2023-03-27T20:11:57.860" v="1338" actId="26606"/>
          <ac:spMkLst>
            <pc:docMk/>
            <pc:sldMk cId="107761764" sldId="269"/>
            <ac:spMk id="10250" creationId="{84136905-015B-4510-B514-027CBA846BD6}"/>
          </ac:spMkLst>
        </pc:spChg>
        <pc:spChg chg="add">
          <ac:chgData name="Alex ŠTÍPA" userId="8648c5ad-f998-46ce-b9a7-526b23d96798" providerId="ADAL" clId="{8898C842-9FF9-4D09-87EB-1852F419E272}" dt="2023-03-27T20:11:57.860" v="1338" actId="26606"/>
          <ac:spMkLst>
            <pc:docMk/>
            <pc:sldMk cId="107761764" sldId="269"/>
            <ac:spMk id="10251" creationId="{3B272257-593A-402F-88FA-F1DECD9E3FC4}"/>
          </ac:spMkLst>
        </pc:spChg>
        <pc:picChg chg="add mod">
          <ac:chgData name="Alex ŠTÍPA" userId="8648c5ad-f998-46ce-b9a7-526b23d96798" providerId="ADAL" clId="{8898C842-9FF9-4D09-87EB-1852F419E272}" dt="2023-03-27T20:11:57.860" v="1338" actId="26606"/>
          <ac:picMkLst>
            <pc:docMk/>
            <pc:sldMk cId="107761764" sldId="269"/>
            <ac:picMk id="10242" creationId="{1329B0A9-B26A-76D5-5D84-C4EE3A621881}"/>
          </ac:picMkLst>
        </pc:picChg>
      </pc:sldChg>
      <pc:sldChg chg="modSp new mod">
        <pc:chgData name="Alex ŠTÍPA" userId="8648c5ad-f998-46ce-b9a7-526b23d96798" providerId="ADAL" clId="{8898C842-9FF9-4D09-87EB-1852F419E272}" dt="2023-03-27T20:21:26.013" v="1799" actId="20577"/>
        <pc:sldMkLst>
          <pc:docMk/>
          <pc:sldMk cId="2493193768" sldId="270"/>
        </pc:sldMkLst>
        <pc:spChg chg="mod">
          <ac:chgData name="Alex ŠTÍPA" userId="8648c5ad-f998-46ce-b9a7-526b23d96798" providerId="ADAL" clId="{8898C842-9FF9-4D09-87EB-1852F419E272}" dt="2023-03-27T20:17:28.558" v="1500" actId="20577"/>
          <ac:spMkLst>
            <pc:docMk/>
            <pc:sldMk cId="2493193768" sldId="270"/>
            <ac:spMk id="2" creationId="{32F2C4F2-763E-AC75-2504-723CCD8D4C61}"/>
          </ac:spMkLst>
        </pc:spChg>
        <pc:spChg chg="mod">
          <ac:chgData name="Alex ŠTÍPA" userId="8648c5ad-f998-46ce-b9a7-526b23d96798" providerId="ADAL" clId="{8898C842-9FF9-4D09-87EB-1852F419E272}" dt="2023-03-27T20:21:26.013" v="1799" actId="20577"/>
          <ac:spMkLst>
            <pc:docMk/>
            <pc:sldMk cId="2493193768" sldId="270"/>
            <ac:spMk id="3" creationId="{5B3416F8-5F47-07F1-F085-685E4BA24C96}"/>
          </ac:spMkLst>
        </pc:spChg>
      </pc:sldChg>
      <pc:sldChg chg="modSp new mod">
        <pc:chgData name="Alex ŠTÍPA" userId="8648c5ad-f998-46ce-b9a7-526b23d96798" providerId="ADAL" clId="{8898C842-9FF9-4D09-87EB-1852F419E272}" dt="2023-03-27T20:27:50.341" v="2102" actId="20577"/>
        <pc:sldMkLst>
          <pc:docMk/>
          <pc:sldMk cId="1757780097" sldId="271"/>
        </pc:sldMkLst>
        <pc:spChg chg="mod">
          <ac:chgData name="Alex ŠTÍPA" userId="8648c5ad-f998-46ce-b9a7-526b23d96798" providerId="ADAL" clId="{8898C842-9FF9-4D09-87EB-1852F419E272}" dt="2023-03-27T20:21:32.154" v="1812" actId="20577"/>
          <ac:spMkLst>
            <pc:docMk/>
            <pc:sldMk cId="1757780097" sldId="271"/>
            <ac:spMk id="2" creationId="{856F12D3-2EC7-CE9C-3357-BB79A7411BC2}"/>
          </ac:spMkLst>
        </pc:spChg>
        <pc:spChg chg="mod">
          <ac:chgData name="Alex ŠTÍPA" userId="8648c5ad-f998-46ce-b9a7-526b23d96798" providerId="ADAL" clId="{8898C842-9FF9-4D09-87EB-1852F419E272}" dt="2023-03-27T20:27:50.341" v="2102" actId="20577"/>
          <ac:spMkLst>
            <pc:docMk/>
            <pc:sldMk cId="1757780097" sldId="271"/>
            <ac:spMk id="3" creationId="{AC773FF1-BC3E-D6D3-4D89-A179D3FCF5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8/28/2026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9705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6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7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05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95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7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4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72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06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80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0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5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pediaa.com/what-is-the-difference-between-server-and-database/" TargetMode="External"/><Relationship Id="rId3" Type="http://schemas.openxmlformats.org/officeDocument/2006/relationships/hyperlink" Target="https://www.fiber-optic-solutions.com/server-rack-choice-right-decision.html" TargetMode="External"/><Relationship Id="rId7" Type="http://schemas.openxmlformats.org/officeDocument/2006/relationships/hyperlink" Target="https://www.conrad.cz/p/synology-diskstation-ds120j-nas-server-8-tb-1-bay-ds120j8tb-red-2240245" TargetMode="External"/><Relationship Id="rId12" Type="http://schemas.openxmlformats.org/officeDocument/2006/relationships/hyperlink" Target="https://cs.wikipedia.org/wiki/Server" TargetMode="External"/><Relationship Id="rId2" Type="http://schemas.openxmlformats.org/officeDocument/2006/relationships/hyperlink" Target="https://www.mironet.cz/hp-microserver-g8-intel-celeron-g1610t-23ghz-4gb-1tb-sata-150w+dp207618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Tiskov&#253;_server" TargetMode="External"/><Relationship Id="rId11" Type="http://schemas.openxmlformats.org/officeDocument/2006/relationships/hyperlink" Target="https://en.wikipedia.org/wiki/Server_(computing)" TargetMode="External"/><Relationship Id="rId5" Type="http://schemas.openxmlformats.org/officeDocument/2006/relationships/hyperlink" Target="https://www.geeksforgeeks.org/introduction-of-server/" TargetMode="External"/><Relationship Id="rId10" Type="http://schemas.openxmlformats.org/officeDocument/2006/relationships/hyperlink" Target="https://www.pcbuildadvisor.com/what-is-a-home-media-server/" TargetMode="External"/><Relationship Id="rId4" Type="http://schemas.openxmlformats.org/officeDocument/2006/relationships/hyperlink" Target="https://www.deltacomputer.com/server/gpu-mic-server.html" TargetMode="External"/><Relationship Id="rId9" Type="http://schemas.openxmlformats.org/officeDocument/2006/relationships/hyperlink" Target="https://www.atcmarket.cz/articles/2637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84039B-8CF9-47CD-8F02-B1DBD5E75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lluminated server room panel">
            <a:extLst>
              <a:ext uri="{FF2B5EF4-FFF2-40B4-BE49-F238E27FC236}">
                <a16:creationId xmlns:a16="http://schemas.microsoft.com/office/drawing/2014/main" id="{DD4E6D1C-0A36-1F6B-26B1-D67291CB69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7" cy="685799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846400C4-B26B-1184-F950-973F4E713385}"/>
              </a:ext>
            </a:extLst>
          </p:cNvPr>
          <p:cNvSpPr/>
          <p:nvPr/>
        </p:nvSpPr>
        <p:spPr>
          <a:xfrm>
            <a:off x="7344793" y="2227140"/>
            <a:ext cx="4847207" cy="25656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D8C7A8-9E05-4465-8B1B-577C9F1DB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779221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C27743D-1FDD-0955-2B6A-6B6CF1F87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612" y="747059"/>
            <a:ext cx="5989320" cy="2762904"/>
          </a:xfrm>
        </p:spPr>
        <p:txBody>
          <a:bodyPr>
            <a:normAutofit/>
          </a:bodyPr>
          <a:lstStyle/>
          <a:p>
            <a:pPr algn="l"/>
            <a:r>
              <a:rPr lang="cs-CZ" dirty="0"/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3361906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B272257-593A-402F-88FA-F1DECD9E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852F11C-6BEA-0856-B45A-9BB4521D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17650"/>
            <a:ext cx="9899650" cy="1344613"/>
          </a:xfrm>
        </p:spPr>
        <p:txBody>
          <a:bodyPr>
            <a:normAutofit/>
          </a:bodyPr>
          <a:lstStyle/>
          <a:p>
            <a:pPr algn="ctr"/>
            <a:r>
              <a:rPr lang="cs-CZ" dirty="0"/>
              <a:t>Co to 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A8C948-C698-85E0-802D-CAEC8183B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611"/>
            <a:ext cx="9899650" cy="3544389"/>
          </a:xfrm>
        </p:spPr>
        <p:txBody>
          <a:bodyPr>
            <a:normAutofit fontScale="85000" lnSpcReduction="10000"/>
          </a:bodyPr>
          <a:lstStyle/>
          <a:p>
            <a:r>
              <a:rPr lang="cs-CZ" dirty="0"/>
              <a:t>Je na podobném principu jako normální počítač</a:t>
            </a:r>
          </a:p>
          <a:p>
            <a:r>
              <a:rPr lang="cs-CZ" dirty="0"/>
              <a:t>Zajišťuje služby pro uživatele</a:t>
            </a:r>
          </a:p>
          <a:p>
            <a:r>
              <a:rPr lang="cs-CZ" dirty="0"/>
              <a:t>Jsou velmi výkonné, protože musí zpracovat požadavky uživatelů</a:t>
            </a:r>
          </a:p>
          <a:p>
            <a:r>
              <a:rPr lang="cs-CZ" dirty="0"/>
              <a:t>Servery se liší od sebe velikostí, použitím, hardwarem a softwarem</a:t>
            </a:r>
          </a:p>
          <a:p>
            <a:r>
              <a:rPr lang="cs-CZ" dirty="0"/>
              <a:t>Společnosti jako Dell nebo IBM také nabízí </a:t>
            </a:r>
            <a:r>
              <a:rPr lang="en-US" dirty="0"/>
              <a:t>“</a:t>
            </a:r>
            <a:r>
              <a:rPr lang="cs-CZ" dirty="0"/>
              <a:t>servery</a:t>
            </a:r>
            <a:r>
              <a:rPr lang="en-US" dirty="0"/>
              <a:t>”</a:t>
            </a:r>
            <a:r>
              <a:rPr lang="cs-CZ" dirty="0"/>
              <a:t>, ale ty jsou většinou jenom obyčejné počítače, jediné co nabízí jedinečného je delší záruka, větší kvalita a možnost si vylepšit server o paměti nebo CPU</a:t>
            </a:r>
          </a:p>
          <a:p>
            <a:r>
              <a:rPr lang="cs-CZ" dirty="0"/>
              <a:t>Servery se můžou použít skoro všude jako je ve firmě, v práci, ve škole, datacentrech nebo </a:t>
            </a:r>
            <a:r>
              <a:rPr lang="cs-CZ" dirty="0" err="1"/>
              <a:t>hostovacích</a:t>
            </a:r>
            <a:r>
              <a:rPr lang="cs-CZ" dirty="0"/>
              <a:t> centrech</a:t>
            </a:r>
          </a:p>
        </p:txBody>
      </p:sp>
    </p:spTree>
    <p:extLst>
      <p:ext uri="{BB962C8B-B14F-4D97-AF65-F5344CB8AC3E}">
        <p14:creationId xmlns:p14="http://schemas.microsoft.com/office/powerpoint/2010/main" val="428125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78C6EAC-E774-59F0-6093-A2C20263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3464" y="755650"/>
            <a:ext cx="5266535" cy="1345115"/>
          </a:xfrm>
        </p:spPr>
        <p:txBody>
          <a:bodyPr>
            <a:normAutofit/>
          </a:bodyPr>
          <a:lstStyle/>
          <a:p>
            <a:r>
              <a:rPr lang="cs-CZ" dirty="0"/>
              <a:t>Malé servery</a:t>
            </a:r>
          </a:p>
        </p:txBody>
      </p:sp>
      <p:pic>
        <p:nvPicPr>
          <p:cNvPr id="1026" name="Picture 2" descr="Best Small Business Servers Of 2023 | TechRadar">
            <a:extLst>
              <a:ext uri="{FF2B5EF4-FFF2-40B4-BE49-F238E27FC236}">
                <a16:creationId xmlns:a16="http://schemas.microsoft.com/office/drawing/2014/main" id="{16A27E1F-F25B-7A8E-F35C-DEA696AEEF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9" r="35833"/>
          <a:stretch/>
        </p:blipFill>
        <p:spPr bwMode="auto">
          <a:xfrm>
            <a:off x="20" y="10"/>
            <a:ext cx="540449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78AFF1-A87F-297E-6C92-79F67ECAA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464" y="2000251"/>
            <a:ext cx="5266535" cy="4476750"/>
          </a:xfrm>
        </p:spPr>
        <p:txBody>
          <a:bodyPr>
            <a:normAutofit fontScale="77500" lnSpcReduction="20000"/>
          </a:bodyPr>
          <a:lstStyle/>
          <a:p>
            <a:r>
              <a:rPr lang="cs-CZ" dirty="0"/>
              <a:t>Jsou spíše používané ve firmách nebo dokonce i v domácnosti</a:t>
            </a:r>
          </a:p>
          <a:p>
            <a:r>
              <a:rPr lang="cs-CZ" dirty="0"/>
              <a:t>Dá se počítat NAS servery</a:t>
            </a:r>
          </a:p>
          <a:p>
            <a:r>
              <a:rPr lang="cs-CZ" dirty="0"/>
              <a:t>Velikostně jsou stejné jako normální počítače nebo jako kostky</a:t>
            </a:r>
          </a:p>
          <a:p>
            <a:r>
              <a:rPr lang="cs-CZ" dirty="0"/>
              <a:t>Hardware je kolem 4-64 GB RAM, rychlým CPU, menší grafickou kartou a spoustou místa pro rozšíření výkonu a disku</a:t>
            </a:r>
          </a:p>
          <a:p>
            <a:r>
              <a:rPr lang="cs-CZ" dirty="0"/>
              <a:t>Pozitivum je skladnost a malé rozměry a cenově dostupný</a:t>
            </a:r>
          </a:p>
          <a:p>
            <a:r>
              <a:rPr lang="cs-CZ" dirty="0"/>
              <a:t>Od 10 000 až do 70 000 Kč</a:t>
            </a:r>
          </a:p>
          <a:p>
            <a:r>
              <a:rPr lang="cs-CZ" dirty="0"/>
              <a:t>Jediný nedostatek je špatné proudění vzduchu a hlučnost</a:t>
            </a:r>
          </a:p>
        </p:txBody>
      </p:sp>
    </p:spTree>
    <p:extLst>
      <p:ext uri="{BB962C8B-B14F-4D97-AF65-F5344CB8AC3E}">
        <p14:creationId xmlns:p14="http://schemas.microsoft.com/office/powerpoint/2010/main" val="421945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5CDAFE1-059B-49EF-8E73-47DED29BD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30000" cy="6105523"/>
          </a:xfrm>
          <a:custGeom>
            <a:avLst/>
            <a:gdLst>
              <a:gd name="connsiteX0" fmla="*/ 0 w 11430000"/>
              <a:gd name="connsiteY0" fmla="*/ 0 h 6105523"/>
              <a:gd name="connsiteX1" fmla="*/ 7267575 w 11430000"/>
              <a:gd name="connsiteY1" fmla="*/ 0 h 6105523"/>
              <a:gd name="connsiteX2" fmla="*/ 7267575 w 11430000"/>
              <a:gd name="connsiteY2" fmla="*/ 762000 h 6105523"/>
              <a:gd name="connsiteX3" fmla="*/ 11430000 w 11430000"/>
              <a:gd name="connsiteY3" fmla="*/ 762000 h 6105523"/>
              <a:gd name="connsiteX4" fmla="*/ 11430000 w 11430000"/>
              <a:gd name="connsiteY4" fmla="*/ 6105523 h 6105523"/>
              <a:gd name="connsiteX5" fmla="*/ 7267575 w 11430000"/>
              <a:gd name="connsiteY5" fmla="*/ 6105523 h 6105523"/>
              <a:gd name="connsiteX6" fmla="*/ 5334000 w 11430000"/>
              <a:gd name="connsiteY6" fmla="*/ 6105523 h 6105523"/>
              <a:gd name="connsiteX7" fmla="*/ 0 w 11430000"/>
              <a:gd name="connsiteY7" fmla="*/ 6105523 h 6105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00" h="6105523">
                <a:moveTo>
                  <a:pt x="0" y="0"/>
                </a:moveTo>
                <a:lnTo>
                  <a:pt x="7267575" y="0"/>
                </a:lnTo>
                <a:lnTo>
                  <a:pt x="7267575" y="762000"/>
                </a:lnTo>
                <a:lnTo>
                  <a:pt x="11430000" y="762000"/>
                </a:lnTo>
                <a:lnTo>
                  <a:pt x="11430000" y="6105523"/>
                </a:lnTo>
                <a:lnTo>
                  <a:pt x="7267575" y="6105523"/>
                </a:lnTo>
                <a:lnTo>
                  <a:pt x="5334000" y="6105523"/>
                </a:lnTo>
                <a:lnTo>
                  <a:pt x="0" y="6105523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031BFD2-7D5D-0BFB-EAF5-91371C105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139996"/>
            <a:ext cx="9899904" cy="1345115"/>
          </a:xfrm>
        </p:spPr>
        <p:txBody>
          <a:bodyPr>
            <a:normAutofit/>
          </a:bodyPr>
          <a:lstStyle/>
          <a:p>
            <a:r>
              <a:rPr lang="cs-CZ" dirty="0"/>
              <a:t>Střední servery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B9FB42-3D9E-5844-D990-E7C83AD41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95570"/>
            <a:ext cx="5057775" cy="4271830"/>
          </a:xfrm>
        </p:spPr>
        <p:txBody>
          <a:bodyPr>
            <a:normAutofit/>
          </a:bodyPr>
          <a:lstStyle/>
          <a:p>
            <a:r>
              <a:rPr lang="cs-CZ" dirty="0"/>
              <a:t>Vylepšené verze malých serverů</a:t>
            </a:r>
          </a:p>
          <a:p>
            <a:r>
              <a:rPr lang="cs-CZ" dirty="0"/>
              <a:t>Použití do středních </a:t>
            </a:r>
            <a:r>
              <a:rPr lang="cs-CZ" dirty="0" err="1"/>
              <a:t>podníků</a:t>
            </a:r>
            <a:endParaRPr lang="cs-CZ" dirty="0"/>
          </a:p>
          <a:p>
            <a:r>
              <a:rPr lang="cs-CZ" dirty="0"/>
              <a:t>výkonově jsou už mnohem lepší než malé servery</a:t>
            </a:r>
          </a:p>
          <a:p>
            <a:r>
              <a:rPr lang="cs-CZ" dirty="0"/>
              <a:t>Jde si pronajmout tyhle servery (</a:t>
            </a:r>
            <a:r>
              <a:rPr lang="cs-CZ" dirty="0" err="1"/>
              <a:t>dell</a:t>
            </a:r>
            <a:r>
              <a:rPr lang="cs-CZ" dirty="0"/>
              <a:t>)</a:t>
            </a:r>
          </a:p>
          <a:p>
            <a:r>
              <a:rPr lang="cs-CZ" dirty="0"/>
              <a:t>Pro normální lidi jsou už nesehnatelné</a:t>
            </a:r>
          </a:p>
        </p:txBody>
      </p:sp>
      <p:pic>
        <p:nvPicPr>
          <p:cNvPr id="2050" name="Picture 2" descr="Introduction of Server - GeeksforGeeks">
            <a:extLst>
              <a:ext uri="{FF2B5EF4-FFF2-40B4-BE49-F238E27FC236}">
                <a16:creationId xmlns:a16="http://schemas.microsoft.com/office/drawing/2014/main" id="{D7F9F3DC-A947-2E44-6D63-F975D1AA0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1485111"/>
            <a:ext cx="6800850" cy="420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961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D0CF1E-4915-4854-AE1A-BE8E8ABDE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378B036-879B-4F45-A653-56FC275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2000"/>
            <a:ext cx="12192000" cy="6096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BBCE4D1-3F57-937A-6A2F-BD87C6F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17903"/>
            <a:ext cx="10668000" cy="1345115"/>
          </a:xfrm>
        </p:spPr>
        <p:txBody>
          <a:bodyPr>
            <a:normAutofit/>
          </a:bodyPr>
          <a:lstStyle/>
          <a:p>
            <a:r>
              <a:rPr lang="cs-CZ" dirty="0"/>
              <a:t>Rack servery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74DFFF-BE8C-633E-24BA-3B42400E7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362200"/>
            <a:ext cx="8000421" cy="4143103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Jsou velké stojany, kde se zasouvají jednotky</a:t>
            </a:r>
          </a:p>
          <a:p>
            <a:r>
              <a:rPr lang="cs-CZ" dirty="0"/>
              <a:t>Jednotky se můžou od sebe lišit výkonově ale měly by být na stejném operačním jádře</a:t>
            </a:r>
          </a:p>
          <a:p>
            <a:r>
              <a:rPr lang="cs-CZ" dirty="0"/>
              <a:t>Použití ve velkých firmách, datacentrech, cloudovém uložišti</a:t>
            </a:r>
          </a:p>
          <a:p>
            <a:r>
              <a:rPr lang="cs-CZ" dirty="0"/>
              <a:t>Potřeba velkého přívodu vzduchu aby se nepřehrály servery</a:t>
            </a:r>
          </a:p>
          <a:p>
            <a:r>
              <a:rPr lang="cs-CZ" dirty="0"/>
              <a:t>U společnosti Google mají celé haly těchto racků</a:t>
            </a:r>
          </a:p>
          <a:p>
            <a:r>
              <a:rPr lang="cs-CZ" dirty="0"/>
              <a:t>Použití je různé, nejčastěji jako výpočetní výkon nebo ukládání dat</a:t>
            </a:r>
          </a:p>
        </p:txBody>
      </p:sp>
      <p:pic>
        <p:nvPicPr>
          <p:cNvPr id="3074" name="Picture 2" descr="GPU / MIC Server | DELTA Computer Products GmbH">
            <a:extLst>
              <a:ext uri="{FF2B5EF4-FFF2-40B4-BE49-F238E27FC236}">
                <a16:creationId xmlns:a16="http://schemas.microsoft.com/office/drawing/2014/main" id="{65DC3007-C98D-BA57-A895-EE1875D99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00" b="95667" l="10000" r="90000">
                        <a14:foregroundMark x1="28100" y1="40000" x2="16700" y2="60333"/>
                        <a14:foregroundMark x1="19200" y1="62667" x2="30300" y2="68333"/>
                        <a14:foregroundMark x1="31100" y1="24667" x2="29800" y2="12667"/>
                        <a14:foregroundMark x1="30700" y1="10333" x2="34000" y2="10000"/>
                        <a14:foregroundMark x1="34300" y1="10333" x2="39100" y2="15333"/>
                        <a14:foregroundMark x1="39100" y1="15333" x2="39300" y2="15333"/>
                        <a14:foregroundMark x1="41500" y1="16667" x2="43500" y2="18667"/>
                        <a14:foregroundMark x1="41100" y1="24333" x2="38500" y2="19333"/>
                        <a14:foregroundMark x1="37900" y1="14667" x2="36200" y2="6000"/>
                        <a14:foregroundMark x1="22300" y1="22333" x2="21500" y2="24667"/>
                        <a14:foregroundMark x1="81500" y1="78667" x2="82200" y2="92667"/>
                        <a14:foregroundMark x1="82700" y1="90333" x2="83200" y2="82000"/>
                        <a14:foregroundMark x1="83200" y1="82000" x2="83100" y2="71667"/>
                        <a14:foregroundMark x1="83400" y1="70000" x2="85700" y2="16333"/>
                        <a14:foregroundMark x1="85700" y1="16333" x2="79400" y2="7667"/>
                        <a14:foregroundMark x1="79400" y1="7667" x2="78800" y2="7333"/>
                        <a14:foregroundMark x1="76300" y1="8667" x2="75228" y2="8182"/>
                        <a14:foregroundMark x1="69538" y1="7497" x2="65600" y2="14333"/>
                        <a14:foregroundMark x1="65600" y1="14333" x2="63100" y2="26000"/>
                        <a14:foregroundMark x1="68200" y1="8000" x2="68700" y2="4333"/>
                        <a14:foregroundMark x1="68800" y1="4000" x2="66700" y2="10333"/>
                        <a14:foregroundMark x1="71500" y1="8000" x2="85600" y2="11333"/>
                        <a14:foregroundMark x1="86000" y1="11333" x2="81900" y2="11000"/>
                        <a14:foregroundMark x1="81700" y1="11000" x2="83100" y2="8333"/>
                        <a14:foregroundMark x1="83100" y1="8333" x2="85500" y2="8333"/>
                        <a14:foregroundMark x1="85800" y1="8667" x2="86400" y2="11000"/>
                        <a14:foregroundMark x1="86400" y1="14333" x2="85700" y2="27333"/>
                        <a14:foregroundMark x1="86800" y1="15000" x2="86500" y2="19667"/>
                        <a14:foregroundMark x1="26600" y1="93000" x2="27600" y2="95667"/>
                        <a14:foregroundMark x1="37400" y1="40667" x2="36300" y2="40000"/>
                        <a14:foregroundMark x1="40100" y1="48000" x2="36700" y2="56000"/>
                        <a14:foregroundMark x1="43100" y1="38333" x2="45900" y2="30333"/>
                        <a14:foregroundMark x1="46100" y1="25667" x2="46300" y2="22333"/>
                        <a14:foregroundMark x1="45500" y1="19667" x2="43600" y2="18000"/>
                        <a14:foregroundMark x1="39800" y1="12000" x2="38800" y2="11333"/>
                        <a14:foregroundMark x1="35500" y1="7000" x2="34200" y2="4667"/>
                        <a14:foregroundMark x1="38900" y1="10000" x2="47500" y2="17333"/>
                        <a14:foregroundMark x1="36500" y1="7333" x2="31700" y2="3000"/>
                        <a14:foregroundMark x1="31700" y1="3000" x2="29800" y2="5000"/>
                        <a14:foregroundMark x1="57200" y1="66000" x2="56900" y2="74333"/>
                        <a14:foregroundMark x1="57100" y1="77333" x2="57600" y2="82667"/>
                        <a14:foregroundMark x1="56900" y1="78667" x2="56000" y2="61333"/>
                        <a14:foregroundMark x1="61300" y1="37667" x2="63300" y2="25333"/>
                        <a14:foregroundMark x1="71900" y1="7333" x2="70900" y2="4667"/>
                        <a14:foregroundMark x1="67600" y1="5000" x2="67000" y2="8333"/>
                        <a14:backgroundMark x1="55500" y1="22000" x2="46500" y2="77667"/>
                        <a14:backgroundMark x1="46500" y1="77667" x2="45500" y2="81333"/>
                        <a14:backgroundMark x1="73100" y1="667" x2="81500" y2="667"/>
                        <a14:backgroundMark x1="70668" y1="2928" x2="68500" y2="2667"/>
                        <a14:backgroundMark x1="76800" y1="3667" x2="71322" y2="30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673" y="3681837"/>
            <a:ext cx="3512827" cy="1053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Network Rack Images - Free Download on Freepik">
            <a:extLst>
              <a:ext uri="{FF2B5EF4-FFF2-40B4-BE49-F238E27FC236}">
                <a16:creationId xmlns:a16="http://schemas.microsoft.com/office/drawing/2014/main" id="{AF0428AD-170B-4363-C551-8830ABE28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70700" y1="28700" x2="70900" y2="43600"/>
                        <a14:foregroundMark x1="12950" y1="46900" x2="13350" y2="4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421" y="588681"/>
            <a:ext cx="3239079" cy="323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erver Rack Types: How to Make the Right Decision?">
            <a:extLst>
              <a:ext uri="{FF2B5EF4-FFF2-40B4-BE49-F238E27FC236}">
                <a16:creationId xmlns:a16="http://schemas.microsoft.com/office/drawing/2014/main" id="{9E8C5F28-E87D-F705-2D5A-5159F4C9C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448" y="4909004"/>
            <a:ext cx="3408052" cy="191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754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B272257-593A-402F-88FA-F1DECD9E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E5C683B-010F-77E9-D012-3EC4ED0F0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17650"/>
            <a:ext cx="9899650" cy="1344613"/>
          </a:xfrm>
        </p:spPr>
        <p:txBody>
          <a:bodyPr>
            <a:normAutofit/>
          </a:bodyPr>
          <a:lstStyle/>
          <a:p>
            <a:pPr algn="ctr"/>
            <a:r>
              <a:rPr lang="cs-CZ" dirty="0"/>
              <a:t>dělení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703984A-F758-886B-C8A7-47F1D4BE7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457450"/>
            <a:ext cx="9899650" cy="4038599"/>
          </a:xfrm>
        </p:spPr>
        <p:txBody>
          <a:bodyPr>
            <a:normAutofit lnSpcReduction="10000"/>
          </a:bodyPr>
          <a:lstStyle/>
          <a:p>
            <a:r>
              <a:rPr lang="cs-CZ" dirty="0"/>
              <a:t>Dělí se hlavně podle:</a:t>
            </a:r>
          </a:p>
          <a:p>
            <a:pPr marL="365125" indent="79375"/>
            <a:r>
              <a:rPr lang="cs-CZ" dirty="0"/>
              <a:t>Specifikací (hardware a software)</a:t>
            </a:r>
          </a:p>
          <a:p>
            <a:pPr marL="365125" indent="79375"/>
            <a:r>
              <a:rPr lang="cs-CZ" dirty="0"/>
              <a:t>Použití</a:t>
            </a:r>
          </a:p>
          <a:p>
            <a:pPr marL="365125" indent="79375"/>
            <a:r>
              <a:rPr lang="cs-CZ" dirty="0"/>
              <a:t>Komptabilitě</a:t>
            </a:r>
          </a:p>
          <a:p>
            <a:pPr marL="365125" indent="79375"/>
            <a:r>
              <a:rPr lang="cs-CZ" dirty="0"/>
              <a:t>Certifikátech</a:t>
            </a:r>
          </a:p>
          <a:p>
            <a:pPr marL="365125" indent="79375"/>
            <a:r>
              <a:rPr lang="cs-CZ" dirty="0"/>
              <a:t>Službách</a:t>
            </a:r>
          </a:p>
          <a:p>
            <a:pPr marL="365125" indent="79375"/>
            <a:r>
              <a:rPr lang="cs-CZ" dirty="0"/>
              <a:t>Spolehlivost</a:t>
            </a:r>
          </a:p>
          <a:p>
            <a:pPr marL="365125" indent="79375"/>
            <a:r>
              <a:rPr lang="cs-CZ" dirty="0"/>
              <a:t>Ceně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7343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9" name="Rectangle 4102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A5D5AC8-25C7-9238-0365-CF453AF0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58951"/>
            <a:ext cx="3880511" cy="1577849"/>
          </a:xfrm>
        </p:spPr>
        <p:txBody>
          <a:bodyPr>
            <a:normAutofit/>
          </a:bodyPr>
          <a:lstStyle/>
          <a:p>
            <a:r>
              <a:rPr lang="cs-CZ"/>
              <a:t>Web server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A230AC-9ABD-DCE4-BAAA-CB9DA234D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611718"/>
            <a:ext cx="3880511" cy="3514164"/>
          </a:xfrm>
        </p:spPr>
        <p:txBody>
          <a:bodyPr>
            <a:normAutofit fontScale="77500" lnSpcReduction="20000"/>
          </a:bodyPr>
          <a:lstStyle/>
          <a:p>
            <a:r>
              <a:rPr lang="cs-CZ" dirty="0"/>
              <a:t>Slouží pro webové stránky</a:t>
            </a:r>
          </a:p>
          <a:p>
            <a:r>
              <a:rPr lang="cs-CZ" dirty="0"/>
              <a:t>Je to server, který poskytuje služby uživatelům</a:t>
            </a:r>
          </a:p>
          <a:p>
            <a:r>
              <a:rPr lang="cs-CZ" dirty="0"/>
              <a:t>Komunikuje přes HTTPS</a:t>
            </a:r>
          </a:p>
          <a:p>
            <a:r>
              <a:rPr lang="cs-CZ" dirty="0"/>
              <a:t>Může být veřejně dostupný (WWW) nebo jako privátní (lokální)</a:t>
            </a:r>
          </a:p>
          <a:p>
            <a:r>
              <a:rPr lang="cs-CZ" dirty="0"/>
              <a:t>Web servery jsou jako </a:t>
            </a:r>
            <a:r>
              <a:rPr lang="cs-CZ" dirty="0" err="1"/>
              <a:t>rack</a:t>
            </a:r>
            <a:r>
              <a:rPr lang="cs-CZ" dirty="0"/>
              <a:t> ale můžou být i menší velikosti</a:t>
            </a:r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8530259C-1A40-FF41-3BDA-989E29F723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906" b="-1"/>
          <a:stretch/>
        </p:blipFill>
        <p:spPr bwMode="auto">
          <a:xfrm>
            <a:off x="5401463" y="10"/>
            <a:ext cx="679053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559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2" name="Rectangle 5132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3" name="Rectangle 5134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44" name="Freeform: Shape 5136">
            <a:extLst>
              <a:ext uri="{FF2B5EF4-FFF2-40B4-BE49-F238E27FC236}">
                <a16:creationId xmlns:a16="http://schemas.microsoft.com/office/drawing/2014/main" id="{26A70F00-F11C-4EEF-9002-CAA67EF3F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30000" cy="6858000"/>
          </a:xfrm>
          <a:custGeom>
            <a:avLst/>
            <a:gdLst>
              <a:gd name="connsiteX0" fmla="*/ 0 w 11430000"/>
              <a:gd name="connsiteY0" fmla="*/ 0 h 6858000"/>
              <a:gd name="connsiteX1" fmla="*/ 5330523 w 11430000"/>
              <a:gd name="connsiteY1" fmla="*/ 0 h 6858000"/>
              <a:gd name="connsiteX2" fmla="*/ 5330523 w 11430000"/>
              <a:gd name="connsiteY2" fmla="*/ 758952 h 6858000"/>
              <a:gd name="connsiteX3" fmla="*/ 11430000 w 11430000"/>
              <a:gd name="connsiteY3" fmla="*/ 758952 h 6858000"/>
              <a:gd name="connsiteX4" fmla="*/ 11430000 w 11430000"/>
              <a:gd name="connsiteY4" fmla="*/ 6099048 h 6858000"/>
              <a:gd name="connsiteX5" fmla="*/ 5330523 w 11430000"/>
              <a:gd name="connsiteY5" fmla="*/ 6099048 h 6858000"/>
              <a:gd name="connsiteX6" fmla="*/ 5330523 w 11430000"/>
              <a:gd name="connsiteY6" fmla="*/ 6858000 h 6858000"/>
              <a:gd name="connsiteX7" fmla="*/ 0 w 11430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00" h="6858000">
                <a:moveTo>
                  <a:pt x="0" y="0"/>
                </a:moveTo>
                <a:lnTo>
                  <a:pt x="5330523" y="0"/>
                </a:lnTo>
                <a:lnTo>
                  <a:pt x="5330523" y="758952"/>
                </a:lnTo>
                <a:lnTo>
                  <a:pt x="11430000" y="758952"/>
                </a:lnTo>
                <a:lnTo>
                  <a:pt x="11430000" y="6099048"/>
                </a:lnTo>
                <a:lnTo>
                  <a:pt x="5330523" y="6099048"/>
                </a:lnTo>
                <a:lnTo>
                  <a:pt x="5330523" y="6858000"/>
                </a:lnTo>
                <a:lnTo>
                  <a:pt x="0" y="6858000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8C43BB6-DE75-777E-4D02-BFBFA01C2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1517903"/>
            <a:ext cx="4572001" cy="1345115"/>
          </a:xfrm>
        </p:spPr>
        <p:txBody>
          <a:bodyPr>
            <a:normAutofit/>
          </a:bodyPr>
          <a:lstStyle/>
          <a:p>
            <a:r>
              <a:rPr lang="cs-CZ" dirty="0"/>
              <a:t>Souborový server</a:t>
            </a:r>
          </a:p>
        </p:txBody>
      </p:sp>
      <p:pic>
        <p:nvPicPr>
          <p:cNvPr id="5128" name="Picture 8" descr="Synology DiskStation DS120j NAS server 8 TB 1 Bay DS120J/8TB-RED | Conrad.cz">
            <a:extLst>
              <a:ext uri="{FF2B5EF4-FFF2-40B4-BE49-F238E27FC236}">
                <a16:creationId xmlns:a16="http://schemas.microsoft.com/office/drawing/2014/main" id="{89A0851C-AC79-FC17-3AA5-DB82C84E91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5" r="1813" b="3"/>
          <a:stretch/>
        </p:blipFill>
        <p:spPr bwMode="auto">
          <a:xfrm>
            <a:off x="755905" y="762001"/>
            <a:ext cx="4574617" cy="5337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E299EA-FF63-3417-E8F6-BBCB147E0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970222"/>
            <a:ext cx="4572001" cy="2463169"/>
          </a:xfrm>
        </p:spPr>
        <p:txBody>
          <a:bodyPr>
            <a:normAutofit/>
          </a:bodyPr>
          <a:lstStyle/>
          <a:p>
            <a:r>
              <a:rPr lang="cs-CZ" dirty="0"/>
              <a:t>Slouží pro sdílení souborů, zálohování a přístup k souborům na lokální síti</a:t>
            </a:r>
          </a:p>
          <a:p>
            <a:r>
              <a:rPr lang="cs-CZ" dirty="0"/>
              <a:t>V domácnostech se nejčastěji používá NAS</a:t>
            </a:r>
          </a:p>
        </p:txBody>
      </p:sp>
    </p:spTree>
    <p:extLst>
      <p:ext uri="{BB962C8B-B14F-4D97-AF65-F5344CB8AC3E}">
        <p14:creationId xmlns:p14="http://schemas.microsoft.com/office/powerpoint/2010/main" val="2848122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C932D3B-35F3-8316-73B3-0D5FE2FEE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58951"/>
            <a:ext cx="3880511" cy="1577849"/>
          </a:xfrm>
        </p:spPr>
        <p:txBody>
          <a:bodyPr>
            <a:normAutofit/>
          </a:bodyPr>
          <a:lstStyle/>
          <a:p>
            <a:r>
              <a:rPr lang="cs-CZ" dirty="0"/>
              <a:t>Databázový server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EE41505-FDBF-C462-3BF6-88A6EF4C8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611718"/>
            <a:ext cx="3880511" cy="3514164"/>
          </a:xfrm>
        </p:spPr>
        <p:txBody>
          <a:bodyPr>
            <a:normAutofit/>
          </a:bodyPr>
          <a:lstStyle/>
          <a:p>
            <a:r>
              <a:rPr lang="cs-CZ" dirty="0"/>
              <a:t>Podobný princip jako u souborového serveru</a:t>
            </a:r>
          </a:p>
          <a:p>
            <a:r>
              <a:rPr lang="cs-CZ" dirty="0"/>
              <a:t>Používá se hlavně ve firmách</a:t>
            </a:r>
          </a:p>
          <a:p>
            <a:r>
              <a:rPr lang="cs-CZ" dirty="0"/>
              <a:t>Uchovává databází (</a:t>
            </a:r>
            <a:r>
              <a:rPr lang="cs-CZ" dirty="0" err="1"/>
              <a:t>MySQL</a:t>
            </a:r>
            <a:r>
              <a:rPr lang="cs-CZ" dirty="0"/>
              <a:t>)</a:t>
            </a:r>
          </a:p>
        </p:txBody>
      </p:sp>
      <p:pic>
        <p:nvPicPr>
          <p:cNvPr id="6146" name="Picture 2" descr="What is the Difference Between Server and Database - Pediaa.Com">
            <a:extLst>
              <a:ext uri="{FF2B5EF4-FFF2-40B4-BE49-F238E27FC236}">
                <a16:creationId xmlns:a16="http://schemas.microsoft.com/office/drawing/2014/main" id="{168247AB-6043-88CC-1AC9-C54511DA70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63" r="2341"/>
          <a:stretch/>
        </p:blipFill>
        <p:spPr bwMode="auto">
          <a:xfrm>
            <a:off x="5401463" y="10"/>
            <a:ext cx="679053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887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3" name="Rectangle 7174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4" name="Rectangle 7176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195" name="Rectangle 7178">
            <a:extLst>
              <a:ext uri="{FF2B5EF4-FFF2-40B4-BE49-F238E27FC236}">
                <a16:creationId xmlns:a16="http://schemas.microsoft.com/office/drawing/2014/main" id="{3B272257-593A-402F-88FA-F1DECD9E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58952"/>
            <a:ext cx="10668000" cy="5340096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1EA622B-1946-2839-FB7C-4A520E56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874" y="1517903"/>
            <a:ext cx="5250030" cy="1345115"/>
          </a:xfrm>
        </p:spPr>
        <p:txBody>
          <a:bodyPr>
            <a:normAutofit/>
          </a:bodyPr>
          <a:lstStyle/>
          <a:p>
            <a:r>
              <a:rPr lang="cs-CZ" dirty="0"/>
              <a:t>Tiskový server</a:t>
            </a:r>
          </a:p>
        </p:txBody>
      </p:sp>
      <p:pic>
        <p:nvPicPr>
          <p:cNvPr id="7170" name="Picture 2" descr="Bezdrátový tiskový server">
            <a:extLst>
              <a:ext uri="{FF2B5EF4-FFF2-40B4-BE49-F238E27FC236}">
                <a16:creationId xmlns:a16="http://schemas.microsoft.com/office/drawing/2014/main" id="{15A99623-96E3-06BE-4DD7-6B212A8368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" r="984" b="-2"/>
          <a:stretch/>
        </p:blipFill>
        <p:spPr bwMode="auto">
          <a:xfrm>
            <a:off x="762000" y="758952"/>
            <a:ext cx="3890922" cy="534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96" name="Zástupný obsah 2">
            <a:extLst>
              <a:ext uri="{FF2B5EF4-FFF2-40B4-BE49-F238E27FC236}">
                <a16:creationId xmlns:a16="http://schemas.microsoft.com/office/drawing/2014/main" id="{E5CB3AF6-7CA2-FDAA-F1D2-79EC89AB5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874" y="2970222"/>
            <a:ext cx="5250030" cy="2610771"/>
          </a:xfrm>
        </p:spPr>
        <p:txBody>
          <a:bodyPr>
            <a:normAutofit/>
          </a:bodyPr>
          <a:lstStyle/>
          <a:p>
            <a:r>
              <a:rPr lang="cs-CZ" dirty="0"/>
              <a:t>Je zařízení kde se tiskárna může propojit se sítí</a:t>
            </a:r>
          </a:p>
          <a:p>
            <a:r>
              <a:rPr lang="cs-CZ" dirty="0"/>
              <a:t>Dnes už nepoužívaná, kvůli bezdrátovým tiskárnám</a:t>
            </a:r>
          </a:p>
        </p:txBody>
      </p:sp>
    </p:spTree>
    <p:extLst>
      <p:ext uri="{BB962C8B-B14F-4D97-AF65-F5344CB8AC3E}">
        <p14:creationId xmlns:p14="http://schemas.microsoft.com/office/powerpoint/2010/main" val="2195419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5" name="Rectangle 8198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BEC0E4D-0ABF-6843-BDA4-102871BE6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55650"/>
            <a:ext cx="3932830" cy="1345115"/>
          </a:xfrm>
        </p:spPr>
        <p:txBody>
          <a:bodyPr>
            <a:normAutofit/>
          </a:bodyPr>
          <a:lstStyle/>
          <a:p>
            <a:r>
              <a:rPr lang="cs-CZ" dirty="0"/>
              <a:t>Proxy server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349072-E878-1B6B-DCF1-49456AC09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2207969"/>
            <a:ext cx="3932830" cy="3884983"/>
          </a:xfrm>
        </p:spPr>
        <p:txBody>
          <a:bodyPr>
            <a:normAutofit lnSpcReduction="10000"/>
          </a:bodyPr>
          <a:lstStyle/>
          <a:p>
            <a:r>
              <a:rPr lang="cs-CZ" dirty="0"/>
              <a:t>Virtuální klient, který je mezi reálným klientem a serverem</a:t>
            </a:r>
          </a:p>
          <a:p>
            <a:r>
              <a:rPr lang="cs-CZ" dirty="0"/>
              <a:t>Muže být jako zařízení, nebo virtuálně na počítači</a:t>
            </a:r>
          </a:p>
          <a:p>
            <a:r>
              <a:rPr lang="cs-CZ" dirty="0"/>
              <a:t>Je několik druhů (Forward, Open, Revers)</a:t>
            </a:r>
          </a:p>
        </p:txBody>
      </p:sp>
      <p:pic>
        <p:nvPicPr>
          <p:cNvPr id="8194" name="Picture 2" descr="Security Proxy Server (NPS) - Netentsec Company">
            <a:extLst>
              <a:ext uri="{FF2B5EF4-FFF2-40B4-BE49-F238E27FC236}">
                <a16:creationId xmlns:a16="http://schemas.microsoft.com/office/drawing/2014/main" id="{27B8D196-F2C4-930E-0A9E-4CF48306B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1464" y="1802679"/>
            <a:ext cx="6035826" cy="3252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652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5" name="Rectangle 9222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3CE2780-9C20-8958-969A-3295CE37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3464" y="755650"/>
            <a:ext cx="5266535" cy="1345115"/>
          </a:xfrm>
        </p:spPr>
        <p:txBody>
          <a:bodyPr>
            <a:normAutofit/>
          </a:bodyPr>
          <a:lstStyle/>
          <a:p>
            <a:r>
              <a:rPr lang="cs-CZ" dirty="0"/>
              <a:t>Herní server</a:t>
            </a:r>
          </a:p>
        </p:txBody>
      </p:sp>
      <p:pic>
        <p:nvPicPr>
          <p:cNvPr id="9218" name="Picture 2" descr="ATC Market - Geforce Now">
            <a:extLst>
              <a:ext uri="{FF2B5EF4-FFF2-40B4-BE49-F238E27FC236}">
                <a16:creationId xmlns:a16="http://schemas.microsoft.com/office/drawing/2014/main" id="{255BEF8E-A3BF-E5C4-5923-EE331951A8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88" r="20439"/>
          <a:stretch/>
        </p:blipFill>
        <p:spPr bwMode="auto">
          <a:xfrm>
            <a:off x="20" y="10"/>
            <a:ext cx="540449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B18894-3390-B9CA-936C-D7B7F7D1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464" y="2207969"/>
            <a:ext cx="5266535" cy="3884983"/>
          </a:xfrm>
        </p:spPr>
        <p:txBody>
          <a:bodyPr>
            <a:normAutofit/>
          </a:bodyPr>
          <a:lstStyle/>
          <a:p>
            <a:r>
              <a:rPr lang="cs-CZ" dirty="0"/>
              <a:t>Pro běh graficky náročných aplikací (hry)</a:t>
            </a:r>
          </a:p>
          <a:p>
            <a:r>
              <a:rPr lang="cs-CZ" dirty="0"/>
              <a:t>Takže je zaměřena hlavně na grafický výkon</a:t>
            </a:r>
          </a:p>
          <a:p>
            <a:r>
              <a:rPr lang="cs-CZ" dirty="0"/>
              <a:t>Pokud máte pomalý internet, tak se to bude sekat</a:t>
            </a:r>
          </a:p>
          <a:p>
            <a:r>
              <a:rPr lang="cs-CZ" dirty="0" err="1"/>
              <a:t>GeForce</a:t>
            </a:r>
            <a:r>
              <a:rPr lang="cs-CZ" dirty="0"/>
              <a:t> NOW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25420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0" name="Rectangle 10246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251" name="Rectangle 10250">
            <a:extLst>
              <a:ext uri="{FF2B5EF4-FFF2-40B4-BE49-F238E27FC236}">
                <a16:creationId xmlns:a16="http://schemas.microsoft.com/office/drawing/2014/main" id="{3B272257-593A-402F-88FA-F1DECD9E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58952"/>
            <a:ext cx="10668000" cy="5340096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D122D18-7AB6-4AB7-9838-FF7959F94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874" y="1517903"/>
            <a:ext cx="5250030" cy="1345115"/>
          </a:xfrm>
        </p:spPr>
        <p:txBody>
          <a:bodyPr>
            <a:normAutofit/>
          </a:bodyPr>
          <a:lstStyle/>
          <a:p>
            <a:r>
              <a:rPr lang="cs-CZ" dirty="0"/>
              <a:t>Mediální server</a:t>
            </a:r>
          </a:p>
        </p:txBody>
      </p:sp>
      <p:pic>
        <p:nvPicPr>
          <p:cNvPr id="10242" name="Picture 2" descr="What is a Home Media Server? - PC Build Advisor">
            <a:extLst>
              <a:ext uri="{FF2B5EF4-FFF2-40B4-BE49-F238E27FC236}">
                <a16:creationId xmlns:a16="http://schemas.microsoft.com/office/drawing/2014/main" id="{1329B0A9-B26A-76D5-5D84-C4EE3A621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5" r="22118"/>
          <a:stretch/>
        </p:blipFill>
        <p:spPr bwMode="auto">
          <a:xfrm>
            <a:off x="762000" y="758952"/>
            <a:ext cx="3890922" cy="534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2DA407-DB86-8794-2F6E-99C3B2E5D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874" y="2970222"/>
            <a:ext cx="5250030" cy="2610771"/>
          </a:xfrm>
        </p:spPr>
        <p:txBody>
          <a:bodyPr>
            <a:normAutofit/>
          </a:bodyPr>
          <a:lstStyle/>
          <a:p>
            <a:r>
              <a:rPr lang="cs-CZ" dirty="0"/>
              <a:t>Poskytuje soubory (videa, obrázky) po lokální síti</a:t>
            </a:r>
          </a:p>
          <a:p>
            <a:r>
              <a:rPr lang="cs-CZ" dirty="0"/>
              <a:t>Podobný princip je NAS</a:t>
            </a:r>
          </a:p>
          <a:p>
            <a:r>
              <a:rPr lang="cs-CZ" dirty="0"/>
              <a:t>Je určen hlavně pro multimédia</a:t>
            </a:r>
          </a:p>
        </p:txBody>
      </p:sp>
    </p:spTree>
    <p:extLst>
      <p:ext uri="{BB962C8B-B14F-4D97-AF65-F5344CB8AC3E}">
        <p14:creationId xmlns:p14="http://schemas.microsoft.com/office/powerpoint/2010/main" val="107761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F2C4F2-763E-AC75-2504-723CCD8D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hardware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3416F8-5F47-07F1-F085-685E4BA24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Se odvíjí od toho co očekáváte od serveru</a:t>
            </a:r>
          </a:p>
          <a:p>
            <a:r>
              <a:rPr lang="cs-CZ" dirty="0"/>
              <a:t>Velké Rack servery potřebují aby bylo co nejméně poruchové a stabilní</a:t>
            </a:r>
          </a:p>
          <a:p>
            <a:r>
              <a:rPr lang="cs-CZ" dirty="0"/>
              <a:t>Používají se UPS zařízení s přepěťovou ochranou</a:t>
            </a:r>
          </a:p>
          <a:p>
            <a:r>
              <a:rPr lang="cs-CZ" dirty="0"/>
              <a:t>Také má 2 zdroje, EEC paměti (</a:t>
            </a:r>
            <a:r>
              <a:rPr lang="cs-CZ" dirty="0" err="1"/>
              <a:t>samoopravitelné</a:t>
            </a:r>
            <a:r>
              <a:rPr lang="cs-CZ" dirty="0"/>
              <a:t>), hot swap</a:t>
            </a:r>
          </a:p>
        </p:txBody>
      </p:sp>
    </p:spTree>
    <p:extLst>
      <p:ext uri="{BB962C8B-B14F-4D97-AF65-F5344CB8AC3E}">
        <p14:creationId xmlns:p14="http://schemas.microsoft.com/office/powerpoint/2010/main" val="2493193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6F12D3-2EC7-CE9C-3357-BB79A741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software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773FF1-BC3E-D6D3-4D89-A179D3FCF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778034"/>
            <a:ext cx="9144000" cy="3321014"/>
          </a:xfrm>
        </p:spPr>
        <p:txBody>
          <a:bodyPr/>
          <a:lstStyle/>
          <a:p>
            <a:r>
              <a:rPr lang="cs-CZ" dirty="0"/>
              <a:t>Aby bylo co nejvíce výkonu, servery nemají GUI</a:t>
            </a:r>
          </a:p>
          <a:p>
            <a:r>
              <a:rPr lang="cs-CZ" dirty="0"/>
              <a:t>Ovládají se na dálku</a:t>
            </a:r>
          </a:p>
          <a:p>
            <a:r>
              <a:rPr lang="cs-CZ" dirty="0"/>
              <a:t>Ale mohou se objevit jako Linux nebo Windows Server operační systém, ale ty jsou většinou velmi drahé</a:t>
            </a:r>
          </a:p>
          <a:p>
            <a:r>
              <a:rPr lang="cs-CZ" dirty="0"/>
              <a:t>Od 27 000 až po 670 590 Kč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57780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8DDC3B-D76D-F619-5E79-2CA700D4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A56E2E-E6EB-4278-8080-B89ABD080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cs-CZ" dirty="0">
                <a:hlinkClick r:id="rId2"/>
              </a:rPr>
              <a:t>https://www.mironet.cz/hp-microserver-g8-intel-celeron-g1610t-23ghz-4gb-1tb-sata-150w+dp207618/</a:t>
            </a:r>
            <a:endParaRPr lang="cs-CZ" dirty="0"/>
          </a:p>
          <a:p>
            <a:r>
              <a:rPr lang="cs-CZ" dirty="0">
                <a:hlinkClick r:id="rId3"/>
              </a:rPr>
              <a:t>https://www.fiber-optic-solutions.com/server-rack-choice-right-decision.html</a:t>
            </a:r>
            <a:endParaRPr lang="cs-CZ" dirty="0"/>
          </a:p>
          <a:p>
            <a:r>
              <a:rPr lang="cs-CZ" dirty="0">
                <a:hlinkClick r:id="rId4"/>
              </a:rPr>
              <a:t>https://www.deltacomputer.com/server/gpu-mic-server.html</a:t>
            </a:r>
            <a:endParaRPr lang="cs-CZ" dirty="0"/>
          </a:p>
          <a:p>
            <a:r>
              <a:rPr lang="cs-CZ" dirty="0">
                <a:hlinkClick r:id="rId5"/>
              </a:rPr>
              <a:t>https://www.geeksforgeeks.org/introduction-of-server/</a:t>
            </a:r>
            <a:endParaRPr lang="cs-CZ" dirty="0"/>
          </a:p>
          <a:p>
            <a:r>
              <a:rPr lang="cs-CZ" dirty="0">
                <a:hlinkClick r:id="rId6"/>
              </a:rPr>
              <a:t>https://cs.wikipedia.org/wiki/</a:t>
            </a:r>
            <a:r>
              <a:rPr lang="cs-CZ" dirty="0" err="1">
                <a:hlinkClick r:id="rId6"/>
              </a:rPr>
              <a:t>Tiskový_server</a:t>
            </a:r>
            <a:endParaRPr lang="cs-CZ" dirty="0"/>
          </a:p>
          <a:p>
            <a:r>
              <a:rPr lang="cs-CZ" dirty="0">
                <a:hlinkClick r:id="rId7"/>
              </a:rPr>
              <a:t>https://www.conrad.cz/p/synology-diskstation-ds120j-nas-server-8-tb-1-bay-ds120j8tb-red-2240245</a:t>
            </a:r>
            <a:endParaRPr lang="cs-CZ" dirty="0"/>
          </a:p>
          <a:p>
            <a:r>
              <a:rPr lang="cs-CZ" dirty="0">
                <a:hlinkClick r:id="rId8"/>
              </a:rPr>
              <a:t>https://pediaa.com/what-is-the-difference-between-server-and-database/</a:t>
            </a:r>
            <a:endParaRPr lang="cs-CZ" dirty="0"/>
          </a:p>
          <a:p>
            <a:r>
              <a:rPr lang="cs-CZ" dirty="0">
                <a:hlinkClick r:id="rId9"/>
              </a:rPr>
              <a:t>https://www.atcmarket.cz/articles/26372</a:t>
            </a:r>
            <a:endParaRPr lang="cs-CZ" dirty="0"/>
          </a:p>
          <a:p>
            <a:r>
              <a:rPr lang="cs-CZ" dirty="0">
                <a:hlinkClick r:id="rId10"/>
              </a:rPr>
              <a:t>https://www.pcbuildadvisor.com/what-is-a-home-media-server/</a:t>
            </a:r>
            <a:endParaRPr lang="cs-CZ" dirty="0"/>
          </a:p>
          <a:p>
            <a:r>
              <a:rPr lang="cs-CZ" dirty="0">
                <a:hlinkClick r:id="rId11"/>
              </a:rPr>
              <a:t>https://en.wikipedia.org/wiki/Server_(</a:t>
            </a:r>
            <a:r>
              <a:rPr lang="cs-CZ" dirty="0" err="1">
                <a:hlinkClick r:id="rId11"/>
              </a:rPr>
              <a:t>computing</a:t>
            </a:r>
            <a:r>
              <a:rPr lang="cs-CZ" dirty="0">
                <a:hlinkClick r:id="rId11"/>
              </a:rPr>
              <a:t>)</a:t>
            </a:r>
            <a:endParaRPr lang="cs-CZ" dirty="0"/>
          </a:p>
          <a:p>
            <a:r>
              <a:rPr lang="cs-CZ">
                <a:hlinkClick r:id="rId12"/>
              </a:rPr>
              <a:t>https://cs.wikipedia.org/wiki/Server</a:t>
            </a:r>
            <a:endParaRPr lang="cs-CZ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26042382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AnalogousFromRegularSeed_2SEEDS">
      <a:dk1>
        <a:srgbClr val="000000"/>
      </a:dk1>
      <a:lt1>
        <a:srgbClr val="FFFFFF"/>
      </a:lt1>
      <a:dk2>
        <a:srgbClr val="1C2431"/>
      </a:dk2>
      <a:lt2>
        <a:srgbClr val="F1F0F3"/>
      </a:lt2>
      <a:accent1>
        <a:srgbClr val="93AA1F"/>
      </a:accent1>
      <a:accent2>
        <a:srgbClr val="BF9B30"/>
      </a:accent2>
      <a:accent3>
        <a:srgbClr val="65B32D"/>
      </a:accent3>
      <a:accent4>
        <a:srgbClr val="2588C7"/>
      </a:accent4>
      <a:accent5>
        <a:srgbClr val="3756D9"/>
      </a:accent5>
      <a:accent6>
        <a:srgbClr val="5432CB"/>
      </a:accent6>
      <a:hlink>
        <a:srgbClr val="553FBF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Props1.xml><?xml version="1.0" encoding="utf-8"?>
<ds:datastoreItem xmlns:ds="http://schemas.openxmlformats.org/officeDocument/2006/customXml" ds:itemID="{EBA90CEB-F998-4C9A-BB3F-1798269EC5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CA4F42-0A44-4DFD-9B91-670A746A3C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88FFDD-E674-4368-80B1-1C2D41658443}">
  <ds:schemaRefs>
    <ds:schemaRef ds:uri="http://www.w3.org/XML/1998/namespace"/>
    <ds:schemaRef ds:uri="5f220dc0-27a6-4f79-8ef7-91d1414d0c8a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8716bbdc-2b9e-4b6c-9f5d-91220b825f80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661</Words>
  <Application>Microsoft Office PowerPoint</Application>
  <PresentationFormat>Širokoúhlá obrazovka</PresentationFormat>
  <Paragraphs>89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0" baseType="lpstr">
      <vt:lpstr>Aharoni</vt:lpstr>
      <vt:lpstr>Arial</vt:lpstr>
      <vt:lpstr>Avenir Next LT Pro</vt:lpstr>
      <vt:lpstr>PrismaticVTI</vt:lpstr>
      <vt:lpstr>Server</vt:lpstr>
      <vt:lpstr>Co to je</vt:lpstr>
      <vt:lpstr>Malé servery</vt:lpstr>
      <vt:lpstr>Střední servery</vt:lpstr>
      <vt:lpstr>Rack servery</vt:lpstr>
      <vt:lpstr>dělení</vt:lpstr>
      <vt:lpstr>Web server</vt:lpstr>
      <vt:lpstr>Souborový server</vt:lpstr>
      <vt:lpstr>Databázový server</vt:lpstr>
      <vt:lpstr>Tiskový server</vt:lpstr>
      <vt:lpstr>Proxy server</vt:lpstr>
      <vt:lpstr>Herní server</vt:lpstr>
      <vt:lpstr>Mediální server</vt:lpstr>
      <vt:lpstr>hardware</vt:lpstr>
      <vt:lpstr>software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